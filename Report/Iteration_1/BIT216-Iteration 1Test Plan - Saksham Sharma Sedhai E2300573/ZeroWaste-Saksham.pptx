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4" r:id="rId21"/>
    <p:sldId id="288" r:id="rId22"/>
    <p:sldId id="289" r:id="rId23"/>
    <p:sldId id="292" r:id="rId24"/>
    <p:sldId id="293" r:id="rId25"/>
    <p:sldId id="294" r:id="rId26"/>
    <p:sldId id="295" r:id="rId27"/>
    <p:sldId id="297" r:id="rId28"/>
    <p:sldId id="296" r:id="rId29"/>
  </p:sldIdLst>
  <p:sldSz cx="18288000" cy="10287000"/>
  <p:notesSz cx="6858000" cy="9144000"/>
  <p:embeddedFontLst>
    <p:embeddedFont>
      <p:font typeface="Anton" pitchFamily="2" charset="0"/>
      <p:regular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Poppins" panose="00000500000000000000" pitchFamily="2" charset="0"/>
      <p:regular r:id="rId35"/>
      <p:bold r:id="rId36"/>
      <p:italic r:id="rId37"/>
      <p:boldItalic r:id="rId38"/>
    </p:embeddedFont>
    <p:embeddedFont>
      <p:font typeface="Poppins Bold" panose="00000800000000000000" pitchFamily="2" charset="0"/>
      <p:regular r:id="rId39"/>
      <p:bold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20.png"/><Relationship Id="rId12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5.png"/><Relationship Id="rId9" Type="http://schemas.openxmlformats.org/officeDocument/2006/relationships/image" Target="../media/image22.png"/><Relationship Id="rId14" Type="http://schemas.openxmlformats.org/officeDocument/2006/relationships/image" Target="../media/image2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2.png"/><Relationship Id="rId7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31.png"/><Relationship Id="rId3" Type="http://schemas.openxmlformats.org/officeDocument/2006/relationships/image" Target="../media/image2.svg"/><Relationship Id="rId7" Type="http://schemas.openxmlformats.org/officeDocument/2006/relationships/image" Target="../media/image14.png"/><Relationship Id="rId12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9.png"/><Relationship Id="rId5" Type="http://schemas.openxmlformats.org/officeDocument/2006/relationships/image" Target="../media/image23.svg"/><Relationship Id="rId10" Type="http://schemas.openxmlformats.org/officeDocument/2006/relationships/image" Target="../media/image28.sv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5.svg"/><Relationship Id="rId3" Type="http://schemas.openxmlformats.org/officeDocument/2006/relationships/image" Target="../media/image21.svg"/><Relationship Id="rId7" Type="http://schemas.openxmlformats.org/officeDocument/2006/relationships/image" Target="../media/image2.svg"/><Relationship Id="rId12" Type="http://schemas.openxmlformats.org/officeDocument/2006/relationships/image" Target="../media/image3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33.svg"/><Relationship Id="rId5" Type="http://schemas.openxmlformats.org/officeDocument/2006/relationships/image" Target="../media/image23.svg"/><Relationship Id="rId10" Type="http://schemas.openxmlformats.org/officeDocument/2006/relationships/image" Target="../media/image32.png"/><Relationship Id="rId4" Type="http://schemas.openxmlformats.org/officeDocument/2006/relationships/image" Target="../media/image22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7.svg"/><Relationship Id="rId3" Type="http://schemas.openxmlformats.org/officeDocument/2006/relationships/image" Target="../media/image23.svg"/><Relationship Id="rId7" Type="http://schemas.openxmlformats.org/officeDocument/2006/relationships/image" Target="../media/image21.svg"/><Relationship Id="rId12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15.svg"/><Relationship Id="rId5" Type="http://schemas.openxmlformats.org/officeDocument/2006/relationships/image" Target="../media/image2.svg"/><Relationship Id="rId10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3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9.svg"/><Relationship Id="rId3" Type="http://schemas.openxmlformats.org/officeDocument/2006/relationships/image" Target="../media/image21.svg"/><Relationship Id="rId7" Type="http://schemas.openxmlformats.org/officeDocument/2006/relationships/image" Target="../media/image2.svg"/><Relationship Id="rId12" Type="http://schemas.openxmlformats.org/officeDocument/2006/relationships/image" Target="../media/image3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33.svg"/><Relationship Id="rId5" Type="http://schemas.openxmlformats.org/officeDocument/2006/relationships/image" Target="../media/image23.svg"/><Relationship Id="rId10" Type="http://schemas.openxmlformats.org/officeDocument/2006/relationships/image" Target="../media/image32.png"/><Relationship Id="rId4" Type="http://schemas.openxmlformats.org/officeDocument/2006/relationships/image" Target="../media/image22.png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43.sv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12" Type="http://schemas.openxmlformats.org/officeDocument/2006/relationships/image" Target="../media/image4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1.svg"/><Relationship Id="rId5" Type="http://schemas.openxmlformats.org/officeDocument/2006/relationships/image" Target="../media/image41.svg"/><Relationship Id="rId15" Type="http://schemas.openxmlformats.org/officeDocument/2006/relationships/image" Target="../media/image45.svg"/><Relationship Id="rId10" Type="http://schemas.openxmlformats.org/officeDocument/2006/relationships/image" Target="../media/image20.png"/><Relationship Id="rId4" Type="http://schemas.openxmlformats.org/officeDocument/2006/relationships/image" Target="../media/image40.png"/><Relationship Id="rId9" Type="http://schemas.openxmlformats.org/officeDocument/2006/relationships/image" Target="../media/image7.svg"/><Relationship Id="rId1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21.svg"/><Relationship Id="rId21" Type="http://schemas.openxmlformats.org/officeDocument/2006/relationships/image" Target="../media/image55.svg"/><Relationship Id="rId7" Type="http://schemas.openxmlformats.org/officeDocument/2006/relationships/image" Target="../media/image1.png"/><Relationship Id="rId12" Type="http://schemas.openxmlformats.org/officeDocument/2006/relationships/image" Target="../media/image33.svg"/><Relationship Id="rId17" Type="http://schemas.openxmlformats.org/officeDocument/2006/relationships/image" Target="../media/image51.svg"/><Relationship Id="rId25" Type="http://schemas.openxmlformats.org/officeDocument/2006/relationships/image" Target="../media/image59.svg"/><Relationship Id="rId2" Type="http://schemas.openxmlformats.org/officeDocument/2006/relationships/image" Target="../media/image20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32.png"/><Relationship Id="rId24" Type="http://schemas.openxmlformats.org/officeDocument/2006/relationships/image" Target="../media/image58.png"/><Relationship Id="rId32" Type="http://schemas.openxmlformats.org/officeDocument/2006/relationships/image" Target="../media/image9.svg"/><Relationship Id="rId5" Type="http://schemas.openxmlformats.org/officeDocument/2006/relationships/image" Target="../media/image22.png"/><Relationship Id="rId15" Type="http://schemas.openxmlformats.org/officeDocument/2006/relationships/image" Target="../media/image49.svg"/><Relationship Id="rId23" Type="http://schemas.openxmlformats.org/officeDocument/2006/relationships/image" Target="../media/image57.svg"/><Relationship Id="rId28" Type="http://schemas.openxmlformats.org/officeDocument/2006/relationships/image" Target="../media/image62.svg"/><Relationship Id="rId10" Type="http://schemas.openxmlformats.org/officeDocument/2006/relationships/image" Target="../media/image15.svg"/><Relationship Id="rId19" Type="http://schemas.openxmlformats.org/officeDocument/2006/relationships/image" Target="../media/image53.svg"/><Relationship Id="rId31" Type="http://schemas.openxmlformats.org/officeDocument/2006/relationships/image" Target="../media/image8.png"/><Relationship Id="rId4" Type="http://schemas.openxmlformats.org/officeDocument/2006/relationships/image" Target="../media/image46.png"/><Relationship Id="rId9" Type="http://schemas.openxmlformats.org/officeDocument/2006/relationships/image" Target="../media/image14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.svg"/><Relationship Id="rId26" Type="http://schemas.openxmlformats.org/officeDocument/2006/relationships/image" Target="../media/image81.svg"/><Relationship Id="rId3" Type="http://schemas.openxmlformats.org/officeDocument/2006/relationships/image" Target="../media/image66.svg"/><Relationship Id="rId21" Type="http://schemas.openxmlformats.org/officeDocument/2006/relationships/image" Target="../media/image76.png"/><Relationship Id="rId7" Type="http://schemas.openxmlformats.org/officeDocument/2006/relationships/image" Target="../media/image41.svg"/><Relationship Id="rId12" Type="http://schemas.openxmlformats.org/officeDocument/2006/relationships/image" Target="../media/image71.svg"/><Relationship Id="rId17" Type="http://schemas.openxmlformats.org/officeDocument/2006/relationships/image" Target="../media/image6.png"/><Relationship Id="rId25" Type="http://schemas.openxmlformats.org/officeDocument/2006/relationships/image" Target="../media/image80.png"/><Relationship Id="rId2" Type="http://schemas.openxmlformats.org/officeDocument/2006/relationships/image" Target="../media/image65.png"/><Relationship Id="rId16" Type="http://schemas.openxmlformats.org/officeDocument/2006/relationships/image" Target="../media/image15.svg"/><Relationship Id="rId20" Type="http://schemas.openxmlformats.org/officeDocument/2006/relationships/image" Target="../media/image75.svg"/><Relationship Id="rId29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70.png"/><Relationship Id="rId24" Type="http://schemas.openxmlformats.org/officeDocument/2006/relationships/image" Target="../media/image79.svg"/><Relationship Id="rId32" Type="http://schemas.openxmlformats.org/officeDocument/2006/relationships/image" Target="../media/image87.svg"/><Relationship Id="rId5" Type="http://schemas.openxmlformats.org/officeDocument/2006/relationships/image" Target="../media/image23.svg"/><Relationship Id="rId15" Type="http://schemas.openxmlformats.org/officeDocument/2006/relationships/image" Target="../media/image14.png"/><Relationship Id="rId23" Type="http://schemas.openxmlformats.org/officeDocument/2006/relationships/image" Target="../media/image78.png"/><Relationship Id="rId28" Type="http://schemas.openxmlformats.org/officeDocument/2006/relationships/image" Target="../media/image83.svg"/><Relationship Id="rId10" Type="http://schemas.openxmlformats.org/officeDocument/2006/relationships/image" Target="../media/image69.png"/><Relationship Id="rId19" Type="http://schemas.openxmlformats.org/officeDocument/2006/relationships/image" Target="../media/image74.png"/><Relationship Id="rId31" Type="http://schemas.openxmlformats.org/officeDocument/2006/relationships/image" Target="../media/image86.png"/><Relationship Id="rId4" Type="http://schemas.openxmlformats.org/officeDocument/2006/relationships/image" Target="../media/image22.png"/><Relationship Id="rId9" Type="http://schemas.openxmlformats.org/officeDocument/2006/relationships/image" Target="../media/image68.svg"/><Relationship Id="rId14" Type="http://schemas.openxmlformats.org/officeDocument/2006/relationships/image" Target="../media/image73.svg"/><Relationship Id="rId22" Type="http://schemas.openxmlformats.org/officeDocument/2006/relationships/image" Target="../media/image77.svg"/><Relationship Id="rId27" Type="http://schemas.openxmlformats.org/officeDocument/2006/relationships/image" Target="../media/image82.png"/><Relationship Id="rId30" Type="http://schemas.openxmlformats.org/officeDocument/2006/relationships/image" Target="../media/image8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89.sv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12" Type="http://schemas.openxmlformats.org/officeDocument/2006/relationships/image" Target="../media/image88.png"/><Relationship Id="rId2" Type="http://schemas.openxmlformats.org/officeDocument/2006/relationships/image" Target="../media/image22.png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8.svg"/><Relationship Id="rId5" Type="http://schemas.openxmlformats.org/officeDocument/2006/relationships/image" Target="../media/image2.svg"/><Relationship Id="rId15" Type="http://schemas.openxmlformats.org/officeDocument/2006/relationships/image" Target="../media/image91.svg"/><Relationship Id="rId10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33.svg"/><Relationship Id="rId14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94.pn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12" Type="http://schemas.openxmlformats.org/officeDocument/2006/relationships/image" Target="../media/image9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8.svg"/><Relationship Id="rId5" Type="http://schemas.openxmlformats.org/officeDocument/2006/relationships/image" Target="../media/image41.svg"/><Relationship Id="rId10" Type="http://schemas.openxmlformats.org/officeDocument/2006/relationships/image" Target="../media/image27.png"/><Relationship Id="rId4" Type="http://schemas.openxmlformats.org/officeDocument/2006/relationships/image" Target="../media/image40.png"/><Relationship Id="rId9" Type="http://schemas.openxmlformats.org/officeDocument/2006/relationships/image" Target="../media/image3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3.sv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96.png"/><Relationship Id="rId5" Type="http://schemas.openxmlformats.org/officeDocument/2006/relationships/image" Target="../media/image41.svg"/><Relationship Id="rId10" Type="http://schemas.openxmlformats.org/officeDocument/2006/relationships/image" Target="../media/image95.png"/><Relationship Id="rId4" Type="http://schemas.openxmlformats.org/officeDocument/2006/relationships/image" Target="../media/image40.png"/><Relationship Id="rId9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1.svg"/><Relationship Id="rId10" Type="http://schemas.openxmlformats.org/officeDocument/2006/relationships/image" Target="../media/image97.png"/><Relationship Id="rId4" Type="http://schemas.openxmlformats.org/officeDocument/2006/relationships/image" Target="../media/image40.png"/><Relationship Id="rId9" Type="http://schemas.openxmlformats.org/officeDocument/2006/relationships/image" Target="../media/image3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99.pn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12" Type="http://schemas.openxmlformats.org/officeDocument/2006/relationships/image" Target="../media/image9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8.svg"/><Relationship Id="rId5" Type="http://schemas.openxmlformats.org/officeDocument/2006/relationships/image" Target="../media/image2.svg"/><Relationship Id="rId10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97.pn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12" Type="http://schemas.openxmlformats.org/officeDocument/2006/relationships/image" Target="../media/image10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8.svg"/><Relationship Id="rId5" Type="http://schemas.openxmlformats.org/officeDocument/2006/relationships/image" Target="../media/image41.svg"/><Relationship Id="rId10" Type="http://schemas.openxmlformats.org/officeDocument/2006/relationships/image" Target="../media/image27.png"/><Relationship Id="rId4" Type="http://schemas.openxmlformats.org/officeDocument/2006/relationships/image" Target="../media/image40.png"/><Relationship Id="rId9" Type="http://schemas.openxmlformats.org/officeDocument/2006/relationships/image" Target="../media/image3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8.svg"/><Relationship Id="rId7" Type="http://schemas.openxmlformats.org/officeDocument/2006/relationships/image" Target="../media/image41.svg"/><Relationship Id="rId12" Type="http://schemas.openxmlformats.org/officeDocument/2006/relationships/image" Target="../media/image10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102.png"/><Relationship Id="rId5" Type="http://schemas.openxmlformats.org/officeDocument/2006/relationships/image" Target="../media/image23.svg"/><Relationship Id="rId10" Type="http://schemas.openxmlformats.org/officeDocument/2006/relationships/image" Target="../media/image101.png"/><Relationship Id="rId4" Type="http://schemas.openxmlformats.org/officeDocument/2006/relationships/image" Target="../media/image22.png"/><Relationship Id="rId9" Type="http://schemas.openxmlformats.org/officeDocument/2006/relationships/image" Target="../media/image15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05.pn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12" Type="http://schemas.openxmlformats.org/officeDocument/2006/relationships/image" Target="../media/image10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8.svg"/><Relationship Id="rId5" Type="http://schemas.openxmlformats.org/officeDocument/2006/relationships/image" Target="../media/image41.svg"/><Relationship Id="rId10" Type="http://schemas.openxmlformats.org/officeDocument/2006/relationships/image" Target="../media/image27.png"/><Relationship Id="rId4" Type="http://schemas.openxmlformats.org/officeDocument/2006/relationships/image" Target="../media/image40.png"/><Relationship Id="rId9" Type="http://schemas.openxmlformats.org/officeDocument/2006/relationships/image" Target="../media/image3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07.png"/><Relationship Id="rId5" Type="http://schemas.openxmlformats.org/officeDocument/2006/relationships/image" Target="../media/image41.svg"/><Relationship Id="rId10" Type="http://schemas.openxmlformats.org/officeDocument/2006/relationships/image" Target="../media/image106.png"/><Relationship Id="rId4" Type="http://schemas.openxmlformats.org/officeDocument/2006/relationships/image" Target="../media/image40.png"/><Relationship Id="rId9" Type="http://schemas.openxmlformats.org/officeDocument/2006/relationships/image" Target="../media/image2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09.svg"/><Relationship Id="rId3" Type="http://schemas.openxmlformats.org/officeDocument/2006/relationships/image" Target="../media/image23.svg"/><Relationship Id="rId7" Type="http://schemas.openxmlformats.org/officeDocument/2006/relationships/image" Target="../media/image28.svg"/><Relationship Id="rId12" Type="http://schemas.openxmlformats.org/officeDocument/2006/relationships/image" Target="../media/image10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41.svg"/><Relationship Id="rId5" Type="http://schemas.openxmlformats.org/officeDocument/2006/relationships/image" Target="../media/image15.svg"/><Relationship Id="rId10" Type="http://schemas.openxmlformats.org/officeDocument/2006/relationships/image" Target="../media/image40.png"/><Relationship Id="rId4" Type="http://schemas.openxmlformats.org/officeDocument/2006/relationships/image" Target="../media/image14.png"/><Relationship Id="rId9" Type="http://schemas.openxmlformats.org/officeDocument/2006/relationships/image" Target="../media/image21.svg"/><Relationship Id="rId14" Type="http://schemas.openxmlformats.org/officeDocument/2006/relationships/image" Target="../media/image1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11.png"/><Relationship Id="rId5" Type="http://schemas.openxmlformats.org/officeDocument/2006/relationships/image" Target="../media/image2.svg"/><Relationship Id="rId10" Type="http://schemas.openxmlformats.org/officeDocument/2006/relationships/image" Target="../media/image97.png"/><Relationship Id="rId4" Type="http://schemas.openxmlformats.org/officeDocument/2006/relationships/image" Target="../media/image1.png"/><Relationship Id="rId9" Type="http://schemas.openxmlformats.org/officeDocument/2006/relationships/image" Target="../media/image33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4.pn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" Type="http://schemas.openxmlformats.org/officeDocument/2006/relationships/image" Target="../media/image22.png"/><Relationship Id="rId16" Type="http://schemas.openxmlformats.org/officeDocument/2006/relationships/image" Target="../media/image1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12.png"/><Relationship Id="rId5" Type="http://schemas.openxmlformats.org/officeDocument/2006/relationships/image" Target="../media/image41.svg"/><Relationship Id="rId15" Type="http://schemas.openxmlformats.org/officeDocument/2006/relationships/image" Target="../media/image116.png"/><Relationship Id="rId10" Type="http://schemas.openxmlformats.org/officeDocument/2006/relationships/image" Target="../media/image19.svg"/><Relationship Id="rId4" Type="http://schemas.openxmlformats.org/officeDocument/2006/relationships/image" Target="../media/image40.png"/><Relationship Id="rId9" Type="http://schemas.openxmlformats.org/officeDocument/2006/relationships/image" Target="../media/image18.png"/><Relationship Id="rId14" Type="http://schemas.openxmlformats.org/officeDocument/2006/relationships/image" Target="../media/image115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114.png"/><Relationship Id="rId3" Type="http://schemas.openxmlformats.org/officeDocument/2006/relationships/image" Target="../media/image23.svg"/><Relationship Id="rId7" Type="http://schemas.openxmlformats.org/officeDocument/2006/relationships/image" Target="../media/image33.svg"/><Relationship Id="rId12" Type="http://schemas.openxmlformats.org/officeDocument/2006/relationships/image" Target="../media/image119.png"/><Relationship Id="rId2" Type="http://schemas.openxmlformats.org/officeDocument/2006/relationships/image" Target="../media/image22.png"/><Relationship Id="rId16" Type="http://schemas.openxmlformats.org/officeDocument/2006/relationships/image" Target="../media/image1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28.svg"/><Relationship Id="rId5" Type="http://schemas.openxmlformats.org/officeDocument/2006/relationships/image" Target="../media/image15.svg"/><Relationship Id="rId15" Type="http://schemas.openxmlformats.org/officeDocument/2006/relationships/image" Target="../media/image120.png"/><Relationship Id="rId10" Type="http://schemas.openxmlformats.org/officeDocument/2006/relationships/image" Target="../media/image27.png"/><Relationship Id="rId4" Type="http://schemas.openxmlformats.org/officeDocument/2006/relationships/image" Target="../media/image14.png"/><Relationship Id="rId9" Type="http://schemas.openxmlformats.org/officeDocument/2006/relationships/image" Target="../media/image41.svg"/><Relationship Id="rId14" Type="http://schemas.openxmlformats.org/officeDocument/2006/relationships/image" Target="../media/image115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26.pn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12" Type="http://schemas.openxmlformats.org/officeDocument/2006/relationships/image" Target="../media/image125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24.png"/><Relationship Id="rId5" Type="http://schemas.openxmlformats.org/officeDocument/2006/relationships/image" Target="../media/image41.svg"/><Relationship Id="rId10" Type="http://schemas.openxmlformats.org/officeDocument/2006/relationships/image" Target="../media/image123.png"/><Relationship Id="rId4" Type="http://schemas.openxmlformats.org/officeDocument/2006/relationships/image" Target="../media/image40.png"/><Relationship Id="rId9" Type="http://schemas.openxmlformats.org/officeDocument/2006/relationships/image" Target="../media/image33.svg"/><Relationship Id="rId14" Type="http://schemas.openxmlformats.org/officeDocument/2006/relationships/image" Target="../media/image127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29.sv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12" Type="http://schemas.openxmlformats.org/officeDocument/2006/relationships/image" Target="../media/image1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1.svg"/><Relationship Id="rId5" Type="http://schemas.openxmlformats.org/officeDocument/2006/relationships/image" Target="../media/image2.sv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33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29.svg"/><Relationship Id="rId3" Type="http://schemas.openxmlformats.org/officeDocument/2006/relationships/image" Target="../media/image23.svg"/><Relationship Id="rId7" Type="http://schemas.openxmlformats.org/officeDocument/2006/relationships/image" Target="../media/image15.svg"/><Relationship Id="rId12" Type="http://schemas.openxmlformats.org/officeDocument/2006/relationships/image" Target="../media/image1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1.svg"/><Relationship Id="rId5" Type="http://schemas.openxmlformats.org/officeDocument/2006/relationships/image" Target="../media/image2.sv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33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1.svg"/><Relationship Id="rId7" Type="http://schemas.openxmlformats.org/officeDocument/2006/relationships/image" Target="../media/image23.sv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33.svg"/><Relationship Id="rId4" Type="http://schemas.openxmlformats.org/officeDocument/2006/relationships/image" Target="../media/image132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2512" y="9826692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0" y="8044067"/>
            <a:ext cx="2170143" cy="2203190"/>
          </a:xfrm>
          <a:custGeom>
            <a:avLst/>
            <a:gdLst/>
            <a:ahLst/>
            <a:cxnLst/>
            <a:rect l="l" t="t" r="r" b="b"/>
            <a:pathLst>
              <a:path w="2170143" h="2203190">
                <a:moveTo>
                  <a:pt x="0" y="0"/>
                </a:moveTo>
                <a:lnTo>
                  <a:pt x="2170143" y="0"/>
                </a:lnTo>
                <a:lnTo>
                  <a:pt x="2170143" y="2203190"/>
                </a:lnTo>
                <a:lnTo>
                  <a:pt x="0" y="2203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TextBox 4"/>
          <p:cNvSpPr txBox="1"/>
          <p:nvPr/>
        </p:nvSpPr>
        <p:spPr>
          <a:xfrm>
            <a:off x="3550374" y="3633800"/>
            <a:ext cx="11272889" cy="337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98"/>
              </a:lnSpc>
            </a:pPr>
            <a:r>
              <a:rPr lang="en-US" sz="12998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ZeroWaste </a:t>
            </a:r>
            <a:r>
              <a:rPr lang="en-US" sz="1299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Presentation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7967662" y="-460308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>
            <a:off x="791804" y="1028700"/>
            <a:ext cx="2371178" cy="2300493"/>
          </a:xfrm>
          <a:custGeom>
            <a:avLst/>
            <a:gdLst/>
            <a:ahLst/>
            <a:cxnLst/>
            <a:rect l="l" t="t" r="r" b="b"/>
            <a:pathLst>
              <a:path w="2371178" h="2300493">
                <a:moveTo>
                  <a:pt x="0" y="0"/>
                </a:moveTo>
                <a:lnTo>
                  <a:pt x="2371178" y="0"/>
                </a:lnTo>
                <a:lnTo>
                  <a:pt x="2371178" y="2300493"/>
                </a:lnTo>
                <a:lnTo>
                  <a:pt x="0" y="23004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>
            <a:off x="16276703" y="9037496"/>
            <a:ext cx="2442681" cy="1920558"/>
          </a:xfrm>
          <a:custGeom>
            <a:avLst/>
            <a:gdLst/>
            <a:ahLst/>
            <a:cxnLst/>
            <a:rect l="l" t="t" r="r" b="b"/>
            <a:pathLst>
              <a:path w="2442681" h="1920558">
                <a:moveTo>
                  <a:pt x="0" y="0"/>
                </a:moveTo>
                <a:lnTo>
                  <a:pt x="2442681" y="0"/>
                </a:lnTo>
                <a:lnTo>
                  <a:pt x="2442681" y="1920558"/>
                </a:lnTo>
                <a:lnTo>
                  <a:pt x="0" y="19205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>
            <a:off x="15449341" y="7338553"/>
            <a:ext cx="2464466" cy="2908704"/>
          </a:xfrm>
          <a:custGeom>
            <a:avLst/>
            <a:gdLst/>
            <a:ahLst/>
            <a:cxnLst/>
            <a:rect l="l" t="t" r="r" b="b"/>
            <a:pathLst>
              <a:path w="2464466" h="2908704">
                <a:moveTo>
                  <a:pt x="0" y="0"/>
                </a:moveTo>
                <a:lnTo>
                  <a:pt x="2464466" y="0"/>
                </a:lnTo>
                <a:lnTo>
                  <a:pt x="2464466" y="2908704"/>
                </a:lnTo>
                <a:lnTo>
                  <a:pt x="0" y="29087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Freeform 9"/>
          <p:cNvSpPr/>
          <p:nvPr/>
        </p:nvSpPr>
        <p:spPr>
          <a:xfrm rot="1435437">
            <a:off x="677184" y="8708452"/>
            <a:ext cx="815774" cy="1099695"/>
          </a:xfrm>
          <a:custGeom>
            <a:avLst/>
            <a:gdLst/>
            <a:ahLst/>
            <a:cxnLst/>
            <a:rect l="l" t="t" r="r" b="b"/>
            <a:pathLst>
              <a:path w="815774" h="1099695">
                <a:moveTo>
                  <a:pt x="0" y="0"/>
                </a:moveTo>
                <a:lnTo>
                  <a:pt x="815774" y="0"/>
                </a:lnTo>
                <a:lnTo>
                  <a:pt x="815774" y="1099696"/>
                </a:lnTo>
                <a:lnTo>
                  <a:pt x="0" y="10996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Freeform 10"/>
          <p:cNvSpPr/>
          <p:nvPr/>
        </p:nvSpPr>
        <p:spPr>
          <a:xfrm rot="6605965">
            <a:off x="-204449" y="-1391526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3086100" h="4114800">
                <a:moveTo>
                  <a:pt x="0" y="0"/>
                </a:moveTo>
                <a:lnTo>
                  <a:pt x="3086100" y="0"/>
                </a:lnTo>
                <a:lnTo>
                  <a:pt x="30861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>
          <a:xfrm rot="10595654">
            <a:off x="16140386" y="-628100"/>
            <a:ext cx="2715316" cy="2253712"/>
          </a:xfrm>
          <a:custGeom>
            <a:avLst/>
            <a:gdLst/>
            <a:ahLst/>
            <a:cxnLst/>
            <a:rect l="l" t="t" r="r" b="b"/>
            <a:pathLst>
              <a:path w="2715316" h="2253712">
                <a:moveTo>
                  <a:pt x="0" y="0"/>
                </a:moveTo>
                <a:lnTo>
                  <a:pt x="2715316" y="0"/>
                </a:lnTo>
                <a:lnTo>
                  <a:pt x="2715316" y="2253713"/>
                </a:lnTo>
                <a:lnTo>
                  <a:pt x="0" y="225371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2" name="TextBox 12"/>
          <p:cNvSpPr txBox="1"/>
          <p:nvPr/>
        </p:nvSpPr>
        <p:spPr>
          <a:xfrm>
            <a:off x="4775674" y="7427941"/>
            <a:ext cx="8459795" cy="616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1"/>
              </a:lnSpc>
            </a:pPr>
            <a:r>
              <a:rPr lang="en-US" sz="4381" b="1" spc="-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www.zerowaste.com</a:t>
            </a:r>
          </a:p>
        </p:txBody>
      </p:sp>
      <p:sp>
        <p:nvSpPr>
          <p:cNvPr id="13" name="Freeform 13"/>
          <p:cNvSpPr/>
          <p:nvPr/>
        </p:nvSpPr>
        <p:spPr>
          <a:xfrm>
            <a:off x="12760228" y="1981016"/>
            <a:ext cx="2689113" cy="1681918"/>
          </a:xfrm>
          <a:custGeom>
            <a:avLst/>
            <a:gdLst/>
            <a:ahLst/>
            <a:cxnLst/>
            <a:rect l="l" t="t" r="r" b="b"/>
            <a:pathLst>
              <a:path w="2689113" h="1681918">
                <a:moveTo>
                  <a:pt x="0" y="0"/>
                </a:moveTo>
                <a:lnTo>
                  <a:pt x="2689113" y="0"/>
                </a:lnTo>
                <a:lnTo>
                  <a:pt x="2689113" y="1681918"/>
                </a:lnTo>
                <a:lnTo>
                  <a:pt x="0" y="16819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826692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17878270" y="997631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>
            <a:off x="303715" y="1014518"/>
            <a:ext cx="1862993" cy="1807457"/>
          </a:xfrm>
          <a:custGeom>
            <a:avLst/>
            <a:gdLst/>
            <a:ahLst/>
            <a:cxnLst/>
            <a:rect l="l" t="t" r="r" b="b"/>
            <a:pathLst>
              <a:path w="1862993" h="1807457">
                <a:moveTo>
                  <a:pt x="0" y="0"/>
                </a:moveTo>
                <a:lnTo>
                  <a:pt x="1862993" y="0"/>
                </a:lnTo>
                <a:lnTo>
                  <a:pt x="1862993" y="1807457"/>
                </a:lnTo>
                <a:lnTo>
                  <a:pt x="0" y="18074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 rot="2296643">
            <a:off x="7018643" y="3277669"/>
            <a:ext cx="4963435" cy="2953244"/>
          </a:xfrm>
          <a:custGeom>
            <a:avLst/>
            <a:gdLst/>
            <a:ahLst/>
            <a:cxnLst/>
            <a:rect l="l" t="t" r="r" b="b"/>
            <a:pathLst>
              <a:path w="4963435" h="2953244">
                <a:moveTo>
                  <a:pt x="0" y="0"/>
                </a:moveTo>
                <a:lnTo>
                  <a:pt x="4963435" y="0"/>
                </a:lnTo>
                <a:lnTo>
                  <a:pt x="4963435" y="2953244"/>
                </a:lnTo>
                <a:lnTo>
                  <a:pt x="0" y="29532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 rot="846479">
            <a:off x="10155033" y="1399358"/>
            <a:ext cx="7424913" cy="8389733"/>
          </a:xfrm>
          <a:custGeom>
            <a:avLst/>
            <a:gdLst/>
            <a:ahLst/>
            <a:cxnLst/>
            <a:rect l="l" t="t" r="r" b="b"/>
            <a:pathLst>
              <a:path w="7424913" h="8389733">
                <a:moveTo>
                  <a:pt x="0" y="0"/>
                </a:moveTo>
                <a:lnTo>
                  <a:pt x="7424914" y="0"/>
                </a:lnTo>
                <a:lnTo>
                  <a:pt x="7424914" y="8389733"/>
                </a:lnTo>
                <a:lnTo>
                  <a:pt x="0" y="83897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>
            <a:off x="-1123768" y="-8824151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100" y="0"/>
                </a:lnTo>
                <a:lnTo>
                  <a:pt x="19876100" y="9838669"/>
                </a:lnTo>
                <a:lnTo>
                  <a:pt x="0" y="98386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>
            <a:off x="16568371" y="8881337"/>
            <a:ext cx="2619797" cy="2174432"/>
          </a:xfrm>
          <a:custGeom>
            <a:avLst/>
            <a:gdLst/>
            <a:ahLst/>
            <a:cxnLst/>
            <a:rect l="l" t="t" r="r" b="b"/>
            <a:pathLst>
              <a:path w="2619797" h="2174432">
                <a:moveTo>
                  <a:pt x="0" y="0"/>
                </a:moveTo>
                <a:lnTo>
                  <a:pt x="2619798" y="0"/>
                </a:lnTo>
                <a:lnTo>
                  <a:pt x="2619798" y="2174431"/>
                </a:lnTo>
                <a:lnTo>
                  <a:pt x="0" y="21744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Freeform 9"/>
          <p:cNvSpPr/>
          <p:nvPr/>
        </p:nvSpPr>
        <p:spPr>
          <a:xfrm>
            <a:off x="11481973" y="2871231"/>
            <a:ext cx="4806712" cy="6105523"/>
          </a:xfrm>
          <a:custGeom>
            <a:avLst/>
            <a:gdLst/>
            <a:ahLst/>
            <a:cxnLst/>
            <a:rect l="l" t="t" r="r" b="b"/>
            <a:pathLst>
              <a:path w="4806712" h="6105523">
                <a:moveTo>
                  <a:pt x="0" y="0"/>
                </a:moveTo>
                <a:lnTo>
                  <a:pt x="4806712" y="0"/>
                </a:lnTo>
                <a:lnTo>
                  <a:pt x="4806712" y="6105524"/>
                </a:lnTo>
                <a:lnTo>
                  <a:pt x="0" y="61055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TextBox 10"/>
          <p:cNvSpPr txBox="1"/>
          <p:nvPr/>
        </p:nvSpPr>
        <p:spPr>
          <a:xfrm>
            <a:off x="1235211" y="3458891"/>
            <a:ext cx="7403650" cy="259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 err="1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ZeroWaste</a:t>
            </a:r>
            <a:r>
              <a:rPr lang="en-US" sz="8000" dirty="0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</a:p>
          <a:p>
            <a:pPr algn="l"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Smart Food Waste Management and Household Food Management</a:t>
            </a:r>
          </a:p>
          <a:p>
            <a:pPr algn="l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008366" y="7986468"/>
            <a:ext cx="12021834" cy="1698158"/>
            <a:chOff x="-302459" y="961774"/>
            <a:chExt cx="12016213" cy="2264212"/>
          </a:xfrm>
        </p:grpSpPr>
        <p:sp>
          <p:nvSpPr>
            <p:cNvPr id="12" name="TextBox 12"/>
            <p:cNvSpPr txBox="1"/>
            <p:nvPr/>
          </p:nvSpPr>
          <p:spPr>
            <a:xfrm>
              <a:off x="-302459" y="961774"/>
              <a:ext cx="5301838" cy="774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81"/>
                </a:lnSpc>
              </a:pPr>
              <a:r>
                <a:rPr lang="en-US" sz="4381" b="1" spc="-87" dirty="0">
                  <a:latin typeface="Poppins Bold"/>
                  <a:ea typeface="Poppins Bold"/>
                  <a:cs typeface="Poppins Bold"/>
                  <a:sym typeface="Poppins Bold"/>
                </a:rPr>
                <a:t>Presented By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735833"/>
              <a:ext cx="11713754" cy="1490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sz="30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Saksham Sharma </a:t>
              </a:r>
              <a:r>
                <a:rPr lang="en-US" sz="30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Sedhai</a:t>
              </a:r>
              <a:r>
                <a:rPr lang="en-US" sz="30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(E2300573) –Developer and Tester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26908">
            <a:off x="6405059" y="-1768329"/>
            <a:ext cx="4864175" cy="4963443"/>
          </a:xfrm>
          <a:custGeom>
            <a:avLst/>
            <a:gdLst/>
            <a:ahLst/>
            <a:cxnLst/>
            <a:rect l="l" t="t" r="r" b="b"/>
            <a:pathLst>
              <a:path w="4864175" h="4963443">
                <a:moveTo>
                  <a:pt x="0" y="0"/>
                </a:moveTo>
                <a:lnTo>
                  <a:pt x="4864175" y="0"/>
                </a:lnTo>
                <a:lnTo>
                  <a:pt x="4864175" y="4963444"/>
                </a:lnTo>
                <a:lnTo>
                  <a:pt x="0" y="4963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AutoShape 3"/>
          <p:cNvSpPr/>
          <p:nvPr/>
        </p:nvSpPr>
        <p:spPr>
          <a:xfrm>
            <a:off x="9595827" y="1632833"/>
            <a:ext cx="75702" cy="7307435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>
            <a:off x="-212242" y="9124021"/>
            <a:ext cx="18712484" cy="9262680"/>
          </a:xfrm>
          <a:custGeom>
            <a:avLst/>
            <a:gdLst/>
            <a:ahLst/>
            <a:cxnLst/>
            <a:rect l="l" t="t" r="r" b="b"/>
            <a:pathLst>
              <a:path w="18712484" h="9262680">
                <a:moveTo>
                  <a:pt x="0" y="0"/>
                </a:moveTo>
                <a:lnTo>
                  <a:pt x="18712484" y="0"/>
                </a:lnTo>
                <a:lnTo>
                  <a:pt x="18712484" y="9262680"/>
                </a:lnTo>
                <a:lnTo>
                  <a:pt x="0" y="9262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17990638" y="356199"/>
            <a:ext cx="594725" cy="755206"/>
          </a:xfrm>
          <a:custGeom>
            <a:avLst/>
            <a:gdLst/>
            <a:ahLst/>
            <a:cxnLst/>
            <a:rect l="l" t="t" r="r" b="b"/>
            <a:pathLst>
              <a:path w="594725" h="755206">
                <a:moveTo>
                  <a:pt x="0" y="0"/>
                </a:moveTo>
                <a:lnTo>
                  <a:pt x="594724" y="0"/>
                </a:lnTo>
                <a:lnTo>
                  <a:pt x="594724" y="755206"/>
                </a:lnTo>
                <a:lnTo>
                  <a:pt x="0" y="755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 rot="5203612">
            <a:off x="-706058" y="-290310"/>
            <a:ext cx="2467739" cy="2048224"/>
          </a:xfrm>
          <a:custGeom>
            <a:avLst/>
            <a:gdLst/>
            <a:ahLst/>
            <a:cxnLst/>
            <a:rect l="l" t="t" r="r" b="b"/>
            <a:pathLst>
              <a:path w="2467739" h="2048224">
                <a:moveTo>
                  <a:pt x="0" y="0"/>
                </a:moveTo>
                <a:lnTo>
                  <a:pt x="2467740" y="0"/>
                </a:lnTo>
                <a:lnTo>
                  <a:pt x="2467740" y="2048224"/>
                </a:lnTo>
                <a:lnTo>
                  <a:pt x="0" y="20482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TextBox 7"/>
          <p:cNvSpPr txBox="1"/>
          <p:nvPr/>
        </p:nvSpPr>
        <p:spPr>
          <a:xfrm>
            <a:off x="4798231" y="184836"/>
            <a:ext cx="869153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Agenda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31273" y="2214264"/>
            <a:ext cx="2888213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31273" y="3217563"/>
            <a:ext cx="6430443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and Solution Recap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31273" y="4220863"/>
            <a:ext cx="6430443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Aim &amp; Objectives - Iteration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31273" y="5224163"/>
            <a:ext cx="6969264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Iteration 1 - Scope (Use Cases)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31273" y="6227463"/>
            <a:ext cx="4636697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31273" y="7230763"/>
            <a:ext cx="7049089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Working Prototype Walkthrough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05028" y="2668288"/>
            <a:ext cx="515323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 Plan &amp; Test Cases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05028" y="3671588"/>
            <a:ext cx="3815759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Git Collaboration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47223" y="4674888"/>
            <a:ext cx="389598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Project Progress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47223" y="5678188"/>
            <a:ext cx="2738518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Gantt Chart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47223" y="6681488"/>
            <a:ext cx="5492494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Conclusion &amp; Next Steps</a:t>
            </a:r>
          </a:p>
        </p:txBody>
      </p:sp>
      <p:sp>
        <p:nvSpPr>
          <p:cNvPr id="19" name="AutoShape 19"/>
          <p:cNvSpPr/>
          <p:nvPr/>
        </p:nvSpPr>
        <p:spPr>
          <a:xfrm flipV="1">
            <a:off x="4719486" y="2649238"/>
            <a:ext cx="4876341" cy="19050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20" name="AutoShape 20"/>
          <p:cNvSpPr/>
          <p:nvPr/>
        </p:nvSpPr>
        <p:spPr>
          <a:xfrm>
            <a:off x="8261715" y="3652538"/>
            <a:ext cx="1334112" cy="0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21" name="AutoShape 21"/>
          <p:cNvSpPr/>
          <p:nvPr/>
        </p:nvSpPr>
        <p:spPr>
          <a:xfrm flipV="1">
            <a:off x="8261715" y="4651076"/>
            <a:ext cx="1377868" cy="4762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22" name="AutoShape 22"/>
          <p:cNvSpPr/>
          <p:nvPr/>
        </p:nvSpPr>
        <p:spPr>
          <a:xfrm>
            <a:off x="8800537" y="5659138"/>
            <a:ext cx="839183" cy="0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23" name="AutoShape 23"/>
          <p:cNvSpPr/>
          <p:nvPr/>
        </p:nvSpPr>
        <p:spPr>
          <a:xfrm>
            <a:off x="6467970" y="6662438"/>
            <a:ext cx="3171614" cy="0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24" name="AutoShape 24"/>
          <p:cNvSpPr/>
          <p:nvPr/>
        </p:nvSpPr>
        <p:spPr>
          <a:xfrm>
            <a:off x="8880362" y="7665738"/>
            <a:ext cx="759357" cy="0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25" name="AutoShape 25"/>
          <p:cNvSpPr/>
          <p:nvPr/>
        </p:nvSpPr>
        <p:spPr>
          <a:xfrm>
            <a:off x="9595827" y="3103263"/>
            <a:ext cx="1409201" cy="0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26" name="AutoShape 26"/>
          <p:cNvSpPr/>
          <p:nvPr/>
        </p:nvSpPr>
        <p:spPr>
          <a:xfrm>
            <a:off x="9639584" y="4106563"/>
            <a:ext cx="1365445" cy="0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27" name="AutoShape 27"/>
          <p:cNvSpPr/>
          <p:nvPr/>
        </p:nvSpPr>
        <p:spPr>
          <a:xfrm>
            <a:off x="9639584" y="5109863"/>
            <a:ext cx="1407640" cy="0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28" name="AutoShape 28"/>
          <p:cNvSpPr/>
          <p:nvPr/>
        </p:nvSpPr>
        <p:spPr>
          <a:xfrm flipV="1">
            <a:off x="9639584" y="6113163"/>
            <a:ext cx="1407640" cy="0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29" name="AutoShape 29"/>
          <p:cNvSpPr/>
          <p:nvPr/>
        </p:nvSpPr>
        <p:spPr>
          <a:xfrm flipV="1">
            <a:off x="9639584" y="7116463"/>
            <a:ext cx="1407640" cy="0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30" name="Freeform 30"/>
          <p:cNvSpPr/>
          <p:nvPr/>
        </p:nvSpPr>
        <p:spPr>
          <a:xfrm>
            <a:off x="-212242" y="6738860"/>
            <a:ext cx="594725" cy="755206"/>
          </a:xfrm>
          <a:custGeom>
            <a:avLst/>
            <a:gdLst/>
            <a:ahLst/>
            <a:cxnLst/>
            <a:rect l="l" t="t" r="r" b="b"/>
            <a:pathLst>
              <a:path w="594725" h="755206">
                <a:moveTo>
                  <a:pt x="0" y="0"/>
                </a:moveTo>
                <a:lnTo>
                  <a:pt x="594725" y="0"/>
                </a:lnTo>
                <a:lnTo>
                  <a:pt x="594725" y="755206"/>
                </a:lnTo>
                <a:lnTo>
                  <a:pt x="0" y="755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875370" y="9843160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-1123768" y="-8824151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100" y="0"/>
                </a:lnTo>
                <a:lnTo>
                  <a:pt x="19876100" y="9838669"/>
                </a:lnTo>
                <a:lnTo>
                  <a:pt x="0" y="9838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>
            <a:off x="17875370" y="673965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5" y="0"/>
                </a:lnTo>
                <a:lnTo>
                  <a:pt x="724985" y="920617"/>
                </a:lnTo>
                <a:lnTo>
                  <a:pt x="0" y="920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371655" y="1069747"/>
            <a:ext cx="1732207" cy="1680569"/>
          </a:xfrm>
          <a:custGeom>
            <a:avLst/>
            <a:gdLst/>
            <a:ahLst/>
            <a:cxnLst/>
            <a:rect l="l" t="t" r="r" b="b"/>
            <a:pathLst>
              <a:path w="1732207" h="1680569">
                <a:moveTo>
                  <a:pt x="0" y="0"/>
                </a:moveTo>
                <a:lnTo>
                  <a:pt x="1732207" y="0"/>
                </a:lnTo>
                <a:lnTo>
                  <a:pt x="1732207" y="1680569"/>
                </a:lnTo>
                <a:lnTo>
                  <a:pt x="0" y="16805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>
            <a:off x="-281199" y="8823318"/>
            <a:ext cx="2619797" cy="2174432"/>
          </a:xfrm>
          <a:custGeom>
            <a:avLst/>
            <a:gdLst/>
            <a:ahLst/>
            <a:cxnLst/>
            <a:rect l="l" t="t" r="r" b="b"/>
            <a:pathLst>
              <a:path w="2619797" h="2174432">
                <a:moveTo>
                  <a:pt x="0" y="0"/>
                </a:moveTo>
                <a:lnTo>
                  <a:pt x="2619798" y="0"/>
                </a:lnTo>
                <a:lnTo>
                  <a:pt x="2619798" y="2174432"/>
                </a:lnTo>
                <a:lnTo>
                  <a:pt x="0" y="21744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 rot="-6273520">
            <a:off x="14343246" y="959440"/>
            <a:ext cx="2073095" cy="1917613"/>
          </a:xfrm>
          <a:custGeom>
            <a:avLst/>
            <a:gdLst/>
            <a:ahLst/>
            <a:cxnLst/>
            <a:rect l="l" t="t" r="r" b="b"/>
            <a:pathLst>
              <a:path w="2073095" h="1917613">
                <a:moveTo>
                  <a:pt x="0" y="0"/>
                </a:moveTo>
                <a:lnTo>
                  <a:pt x="2073095" y="0"/>
                </a:lnTo>
                <a:lnTo>
                  <a:pt x="2073095" y="1917613"/>
                </a:lnTo>
                <a:lnTo>
                  <a:pt x="0" y="19176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>
            <a:off x="11095293" y="924435"/>
            <a:ext cx="3416910" cy="9188329"/>
          </a:xfrm>
          <a:custGeom>
            <a:avLst/>
            <a:gdLst/>
            <a:ahLst/>
            <a:cxnLst/>
            <a:rect l="l" t="t" r="r" b="b"/>
            <a:pathLst>
              <a:path w="3416910" h="9188329">
                <a:moveTo>
                  <a:pt x="0" y="0"/>
                </a:moveTo>
                <a:lnTo>
                  <a:pt x="3416909" y="0"/>
                </a:lnTo>
                <a:lnTo>
                  <a:pt x="3416909" y="9188329"/>
                </a:lnTo>
                <a:lnTo>
                  <a:pt x="0" y="91883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9" name="Freeform 9"/>
          <p:cNvSpPr/>
          <p:nvPr/>
        </p:nvSpPr>
        <p:spPr>
          <a:xfrm rot="-2001509">
            <a:off x="14877017" y="4649897"/>
            <a:ext cx="2001843" cy="1851705"/>
          </a:xfrm>
          <a:custGeom>
            <a:avLst/>
            <a:gdLst/>
            <a:ahLst/>
            <a:cxnLst/>
            <a:rect l="l" t="t" r="r" b="b"/>
            <a:pathLst>
              <a:path w="2001843" h="1851705">
                <a:moveTo>
                  <a:pt x="0" y="0"/>
                </a:moveTo>
                <a:lnTo>
                  <a:pt x="2001843" y="0"/>
                </a:lnTo>
                <a:lnTo>
                  <a:pt x="2001843" y="1851705"/>
                </a:lnTo>
                <a:lnTo>
                  <a:pt x="0" y="18517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Freeform 10"/>
          <p:cNvSpPr/>
          <p:nvPr/>
        </p:nvSpPr>
        <p:spPr>
          <a:xfrm>
            <a:off x="14556052" y="2430272"/>
            <a:ext cx="3771352" cy="2471664"/>
          </a:xfrm>
          <a:custGeom>
            <a:avLst/>
            <a:gdLst/>
            <a:ahLst/>
            <a:cxnLst/>
            <a:rect l="l" t="t" r="r" b="b"/>
            <a:pathLst>
              <a:path w="3771352" h="2471664">
                <a:moveTo>
                  <a:pt x="0" y="0"/>
                </a:moveTo>
                <a:lnTo>
                  <a:pt x="3771352" y="0"/>
                </a:lnTo>
                <a:lnTo>
                  <a:pt x="3771352" y="2471664"/>
                </a:lnTo>
                <a:lnTo>
                  <a:pt x="0" y="24716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5676" t="-6044" r="-16100" b="-5171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>
          <a:xfrm>
            <a:off x="14645594" y="5902425"/>
            <a:ext cx="3592269" cy="2940611"/>
          </a:xfrm>
          <a:custGeom>
            <a:avLst/>
            <a:gdLst/>
            <a:ahLst/>
            <a:cxnLst/>
            <a:rect l="l" t="t" r="r" b="b"/>
            <a:pathLst>
              <a:path w="3592269" h="2940611">
                <a:moveTo>
                  <a:pt x="0" y="0"/>
                </a:moveTo>
                <a:lnTo>
                  <a:pt x="3592269" y="0"/>
                </a:lnTo>
                <a:lnTo>
                  <a:pt x="3592269" y="2940610"/>
                </a:lnTo>
                <a:lnTo>
                  <a:pt x="0" y="29406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5639" t="-3163" r="-14876" b="-3261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2" name="TextBox 12"/>
          <p:cNvSpPr txBox="1"/>
          <p:nvPr/>
        </p:nvSpPr>
        <p:spPr>
          <a:xfrm>
            <a:off x="848656" y="2989642"/>
            <a:ext cx="9618165" cy="533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ZeroWaste </a:t>
            </a:r>
          </a:p>
          <a:p>
            <a:pPr algn="l">
              <a:lnSpc>
                <a:spcPts val="4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web-based food waste management and household food inventory system designed to address the growing issue of food wastage among households. </a:t>
            </a:r>
          </a:p>
          <a:p>
            <a:pPr algn="l">
              <a:lnSpc>
                <a:spcPts val="4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proposed system aims to assist users in managing food inventories efficiently through features such as expiry-date tracking, real-time notifications, food donation facilitation, food analytics, and weekly meal planning.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46479">
            <a:off x="1231249" y="2418225"/>
            <a:ext cx="5425249" cy="6130225"/>
          </a:xfrm>
          <a:custGeom>
            <a:avLst/>
            <a:gdLst/>
            <a:ahLst/>
            <a:cxnLst/>
            <a:rect l="l" t="t" r="r" b="b"/>
            <a:pathLst>
              <a:path w="5425249" h="6130225">
                <a:moveTo>
                  <a:pt x="0" y="0"/>
                </a:moveTo>
                <a:lnTo>
                  <a:pt x="5425249" y="0"/>
                </a:lnTo>
                <a:lnTo>
                  <a:pt x="5425249" y="6130225"/>
                </a:lnTo>
                <a:lnTo>
                  <a:pt x="0" y="6130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-794050" y="9258300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100" y="0"/>
                </a:lnTo>
                <a:lnTo>
                  <a:pt x="19876100" y="9838669"/>
                </a:lnTo>
                <a:lnTo>
                  <a:pt x="0" y="9838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>
            <a:off x="13519543" y="-355126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3" y="0"/>
                </a:lnTo>
                <a:lnTo>
                  <a:pt x="559323" y="710252"/>
                </a:lnTo>
                <a:lnTo>
                  <a:pt x="0" y="710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 rot="10039512">
            <a:off x="16115063" y="-726977"/>
            <a:ext cx="2619797" cy="2174432"/>
          </a:xfrm>
          <a:custGeom>
            <a:avLst/>
            <a:gdLst/>
            <a:ahLst/>
            <a:cxnLst/>
            <a:rect l="l" t="t" r="r" b="b"/>
            <a:pathLst>
              <a:path w="2619797" h="2174432">
                <a:moveTo>
                  <a:pt x="0" y="0"/>
                </a:moveTo>
                <a:lnTo>
                  <a:pt x="2619797" y="0"/>
                </a:lnTo>
                <a:lnTo>
                  <a:pt x="2619797" y="2174432"/>
                </a:lnTo>
                <a:lnTo>
                  <a:pt x="0" y="21744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TextBox 6"/>
          <p:cNvSpPr txBox="1"/>
          <p:nvPr/>
        </p:nvSpPr>
        <p:spPr>
          <a:xfrm>
            <a:off x="3943874" y="660625"/>
            <a:ext cx="1040025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Problem &amp; Solution Recap</a:t>
            </a:r>
          </a:p>
        </p:txBody>
      </p:sp>
      <p:sp>
        <p:nvSpPr>
          <p:cNvPr id="7" name="Freeform 7"/>
          <p:cNvSpPr/>
          <p:nvPr/>
        </p:nvSpPr>
        <p:spPr>
          <a:xfrm>
            <a:off x="-541489" y="-714509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6"/>
                </a:lnTo>
                <a:lnTo>
                  <a:pt x="0" y="21494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>
            <a:off x="2545353" y="3395306"/>
            <a:ext cx="4072338" cy="4588550"/>
          </a:xfrm>
          <a:custGeom>
            <a:avLst/>
            <a:gdLst/>
            <a:ahLst/>
            <a:cxnLst/>
            <a:rect l="l" t="t" r="r" b="b"/>
            <a:pathLst>
              <a:path w="4072338" h="4588550">
                <a:moveTo>
                  <a:pt x="0" y="0"/>
                </a:moveTo>
                <a:lnTo>
                  <a:pt x="4072338" y="0"/>
                </a:lnTo>
                <a:lnTo>
                  <a:pt x="4072338" y="4588550"/>
                </a:lnTo>
                <a:lnTo>
                  <a:pt x="0" y="45885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TextBox 9"/>
          <p:cNvSpPr txBox="1"/>
          <p:nvPr/>
        </p:nvSpPr>
        <p:spPr>
          <a:xfrm>
            <a:off x="7794549" y="2719070"/>
            <a:ext cx="9464751" cy="454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4500" b="1">
                <a:solidFill>
                  <a:srgbClr val="009D81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</a:t>
            </a:r>
          </a:p>
          <a:p>
            <a:pPr marL="604519" lvl="1" indent="-302260" algn="l">
              <a:lnSpc>
                <a:spcPts val="559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household food waste inn Malaysia.</a:t>
            </a:r>
          </a:p>
          <a:p>
            <a:pPr marL="604519" lvl="1" indent="-302260" algn="l">
              <a:lnSpc>
                <a:spcPts val="559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effective food inventory and expiry tracking.</a:t>
            </a:r>
          </a:p>
          <a:p>
            <a:pPr marL="604519" lvl="1" indent="-302260" algn="l">
              <a:lnSpc>
                <a:spcPts val="559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Limited platform for surplus food donation.</a:t>
            </a:r>
          </a:p>
          <a:p>
            <a:pPr marL="604519" lvl="1" indent="-302260" algn="l">
              <a:lnSpc>
                <a:spcPts val="559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Inefficient meal planning increases food waste.</a:t>
            </a:r>
          </a:p>
          <a:p>
            <a:pPr marL="604519" lvl="1" indent="-302260" algn="l">
              <a:lnSpc>
                <a:spcPts val="559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Privacy and security concerns reduce user trust.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702416" y="3803923"/>
            <a:ext cx="3641710" cy="0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>
          <a:xfrm>
            <a:off x="-279662" y="2668744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2"/>
                </a:lnTo>
                <a:lnTo>
                  <a:pt x="0" y="710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2" name="Freeform 12"/>
          <p:cNvSpPr/>
          <p:nvPr/>
        </p:nvSpPr>
        <p:spPr>
          <a:xfrm>
            <a:off x="18008338" y="8205916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9628" y="-8536582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099" y="0"/>
                </a:lnTo>
                <a:lnTo>
                  <a:pt x="19876099" y="9838670"/>
                </a:lnTo>
                <a:lnTo>
                  <a:pt x="0" y="9838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-279662" y="2382729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2"/>
                </a:lnTo>
                <a:lnTo>
                  <a:pt x="0" y="710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TextBox 4"/>
          <p:cNvSpPr txBox="1"/>
          <p:nvPr/>
        </p:nvSpPr>
        <p:spPr>
          <a:xfrm>
            <a:off x="3943874" y="906264"/>
            <a:ext cx="1040025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Problem &amp; Solution Recap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949516"/>
            <a:ext cx="9099039" cy="454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4500" b="1">
                <a:solidFill>
                  <a:srgbClr val="009D81"/>
                </a:solidFill>
                <a:latin typeface="Poppins Bold"/>
                <a:ea typeface="Poppins Bold"/>
                <a:cs typeface="Poppins Bold"/>
                <a:sym typeface="Poppins Bold"/>
              </a:rPr>
              <a:t>The solution</a:t>
            </a:r>
          </a:p>
          <a:p>
            <a:pPr marL="604519" lvl="1" indent="-302260" algn="l">
              <a:lnSpc>
                <a:spcPts val="559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Smart Food Inventory Management</a:t>
            </a:r>
          </a:p>
          <a:p>
            <a:pPr marL="604519" lvl="1" indent="-302260" algn="l">
              <a:lnSpc>
                <a:spcPts val="559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Expiry Tracking and Notifications</a:t>
            </a:r>
          </a:p>
          <a:p>
            <a:pPr marL="604519" lvl="1" indent="-302260" algn="l">
              <a:lnSpc>
                <a:spcPts val="559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Community Food Donation</a:t>
            </a:r>
          </a:p>
          <a:p>
            <a:pPr marL="604519" lvl="1" indent="-302260" algn="l">
              <a:lnSpc>
                <a:spcPts val="559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Recipe Suggestion Based Meal Planning</a:t>
            </a:r>
          </a:p>
          <a:p>
            <a:pPr marL="604519" lvl="1" indent="-302260" algn="l">
              <a:lnSpc>
                <a:spcPts val="559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Secure Registration with 2FA</a:t>
            </a:r>
          </a:p>
        </p:txBody>
      </p:sp>
      <p:sp>
        <p:nvSpPr>
          <p:cNvPr id="6" name="AutoShape 6"/>
          <p:cNvSpPr/>
          <p:nvPr/>
        </p:nvSpPr>
        <p:spPr>
          <a:xfrm>
            <a:off x="1028700" y="3986487"/>
            <a:ext cx="3606038" cy="0"/>
          </a:xfrm>
          <a:prstGeom prst="line">
            <a:avLst/>
          </a:prstGeom>
          <a:ln w="381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 rot="-9059871">
            <a:off x="12130102" y="1661119"/>
            <a:ext cx="6163815" cy="6964762"/>
          </a:xfrm>
          <a:custGeom>
            <a:avLst/>
            <a:gdLst/>
            <a:ahLst/>
            <a:cxnLst/>
            <a:rect l="l" t="t" r="r" b="b"/>
            <a:pathLst>
              <a:path w="6163815" h="6964762">
                <a:moveTo>
                  <a:pt x="0" y="0"/>
                </a:moveTo>
                <a:lnTo>
                  <a:pt x="6163814" y="0"/>
                </a:lnTo>
                <a:lnTo>
                  <a:pt x="6163814" y="6964762"/>
                </a:lnTo>
                <a:lnTo>
                  <a:pt x="0" y="6964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 flipH="1">
            <a:off x="10828162" y="2737855"/>
            <a:ext cx="5344694" cy="5208648"/>
          </a:xfrm>
          <a:custGeom>
            <a:avLst/>
            <a:gdLst/>
            <a:ahLst/>
            <a:cxnLst/>
            <a:rect l="l" t="t" r="r" b="b"/>
            <a:pathLst>
              <a:path w="5344694" h="5208648">
                <a:moveTo>
                  <a:pt x="5344695" y="0"/>
                </a:moveTo>
                <a:lnTo>
                  <a:pt x="0" y="0"/>
                </a:lnTo>
                <a:lnTo>
                  <a:pt x="0" y="5208648"/>
                </a:lnTo>
                <a:lnTo>
                  <a:pt x="5344695" y="5208648"/>
                </a:lnTo>
                <a:lnTo>
                  <a:pt x="534469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Freeform 9"/>
          <p:cNvSpPr/>
          <p:nvPr/>
        </p:nvSpPr>
        <p:spPr>
          <a:xfrm rot="-792307">
            <a:off x="-383473" y="9325271"/>
            <a:ext cx="1933999" cy="1605219"/>
          </a:xfrm>
          <a:custGeom>
            <a:avLst/>
            <a:gdLst/>
            <a:ahLst/>
            <a:cxnLst/>
            <a:rect l="l" t="t" r="r" b="b"/>
            <a:pathLst>
              <a:path w="1933999" h="1605219">
                <a:moveTo>
                  <a:pt x="0" y="0"/>
                </a:moveTo>
                <a:lnTo>
                  <a:pt x="1933998" y="0"/>
                </a:lnTo>
                <a:lnTo>
                  <a:pt x="1933998" y="1605219"/>
                </a:lnTo>
                <a:lnTo>
                  <a:pt x="0" y="16052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Freeform 10"/>
          <p:cNvSpPr/>
          <p:nvPr/>
        </p:nvSpPr>
        <p:spPr>
          <a:xfrm>
            <a:off x="17066660" y="9125593"/>
            <a:ext cx="2442681" cy="1920558"/>
          </a:xfrm>
          <a:custGeom>
            <a:avLst/>
            <a:gdLst/>
            <a:ahLst/>
            <a:cxnLst/>
            <a:rect l="l" t="t" r="r" b="b"/>
            <a:pathLst>
              <a:path w="2442681" h="1920558">
                <a:moveTo>
                  <a:pt x="0" y="0"/>
                </a:moveTo>
                <a:lnTo>
                  <a:pt x="2442680" y="0"/>
                </a:lnTo>
                <a:lnTo>
                  <a:pt x="2442680" y="1920558"/>
                </a:lnTo>
                <a:lnTo>
                  <a:pt x="0" y="19205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>
          <a:xfrm>
            <a:off x="10828162" y="9931874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2"/>
                </a:lnTo>
                <a:lnTo>
                  <a:pt x="0" y="710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2" name="Freeform 12"/>
          <p:cNvSpPr/>
          <p:nvPr/>
        </p:nvSpPr>
        <p:spPr>
          <a:xfrm>
            <a:off x="18008338" y="2382729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2"/>
                </a:lnTo>
                <a:lnTo>
                  <a:pt x="0" y="710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46479">
            <a:off x="11439106" y="1860991"/>
            <a:ext cx="5810041" cy="6565018"/>
          </a:xfrm>
          <a:custGeom>
            <a:avLst/>
            <a:gdLst/>
            <a:ahLst/>
            <a:cxnLst/>
            <a:rect l="l" t="t" r="r" b="b"/>
            <a:pathLst>
              <a:path w="5810041" h="6565018">
                <a:moveTo>
                  <a:pt x="0" y="0"/>
                </a:moveTo>
                <a:lnTo>
                  <a:pt x="5810041" y="0"/>
                </a:lnTo>
                <a:lnTo>
                  <a:pt x="5810041" y="6565018"/>
                </a:lnTo>
                <a:lnTo>
                  <a:pt x="0" y="6565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-794050" y="9258300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100" y="0"/>
                </a:lnTo>
                <a:lnTo>
                  <a:pt x="19876100" y="9838669"/>
                </a:lnTo>
                <a:lnTo>
                  <a:pt x="0" y="9838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>
            <a:off x="13210067" y="-274164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 rot="10039512">
            <a:off x="16115063" y="-726977"/>
            <a:ext cx="2619797" cy="2174432"/>
          </a:xfrm>
          <a:custGeom>
            <a:avLst/>
            <a:gdLst/>
            <a:ahLst/>
            <a:cxnLst/>
            <a:rect l="l" t="t" r="r" b="b"/>
            <a:pathLst>
              <a:path w="2619797" h="2174432">
                <a:moveTo>
                  <a:pt x="0" y="0"/>
                </a:moveTo>
                <a:lnTo>
                  <a:pt x="2619797" y="0"/>
                </a:lnTo>
                <a:lnTo>
                  <a:pt x="2619797" y="2174432"/>
                </a:lnTo>
                <a:lnTo>
                  <a:pt x="0" y="21744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>
            <a:off x="-541489" y="-714509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6"/>
                </a:lnTo>
                <a:lnTo>
                  <a:pt x="0" y="21494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grpSp>
        <p:nvGrpSpPr>
          <p:cNvPr id="7" name="Group 7"/>
          <p:cNvGrpSpPr/>
          <p:nvPr/>
        </p:nvGrpSpPr>
        <p:grpSpPr>
          <a:xfrm>
            <a:off x="1028736" y="2267918"/>
            <a:ext cx="10934831" cy="5751165"/>
            <a:chOff x="0" y="0"/>
            <a:chExt cx="14579775" cy="7668220"/>
          </a:xfrm>
        </p:grpSpPr>
        <p:sp>
          <p:nvSpPr>
            <p:cNvPr id="8" name="TextBox 8"/>
            <p:cNvSpPr txBox="1"/>
            <p:nvPr/>
          </p:nvSpPr>
          <p:spPr>
            <a:xfrm>
              <a:off x="21" y="-342900"/>
              <a:ext cx="14579754" cy="80111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9121"/>
                </a:lnSpc>
              </a:pPr>
              <a:r>
                <a:rPr lang="en-US" sz="5067" b="1">
                  <a:solidFill>
                    <a:srgbClr val="009D8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aim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Reduce household food waste in Malaysia.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Encourage efficient food inventory management.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Support community-based food donation.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Optimize food usage with meal planning and expiry tracking.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Minimize waste through smart reminders and notifications.</a:t>
              </a:r>
            </a:p>
          </p:txBody>
        </p:sp>
        <p:sp>
          <p:nvSpPr>
            <p:cNvPr id="9" name="AutoShape 9"/>
            <p:cNvSpPr/>
            <p:nvPr/>
          </p:nvSpPr>
          <p:spPr>
            <a:xfrm flipV="1">
              <a:off x="21" y="1069973"/>
              <a:ext cx="3700712" cy="3086"/>
            </a:xfrm>
            <a:prstGeom prst="line">
              <a:avLst/>
            </a:prstGeom>
            <a:ln w="50800" cap="flat">
              <a:solidFill>
                <a:srgbClr val="009D8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963567" y="2376045"/>
            <a:ext cx="4953744" cy="5534909"/>
          </a:xfrm>
          <a:custGeom>
            <a:avLst/>
            <a:gdLst/>
            <a:ahLst/>
            <a:cxnLst/>
            <a:rect l="l" t="t" r="r" b="b"/>
            <a:pathLst>
              <a:path w="4953744" h="5534909">
                <a:moveTo>
                  <a:pt x="0" y="0"/>
                </a:moveTo>
                <a:lnTo>
                  <a:pt x="4953743" y="0"/>
                </a:lnTo>
                <a:lnTo>
                  <a:pt x="4953743" y="5534910"/>
                </a:lnTo>
                <a:lnTo>
                  <a:pt x="0" y="5534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1" name="TextBox 11"/>
          <p:cNvSpPr txBox="1"/>
          <p:nvPr/>
        </p:nvSpPr>
        <p:spPr>
          <a:xfrm>
            <a:off x="3943874" y="445614"/>
            <a:ext cx="1040025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Aim &amp; Objectives </a:t>
            </a:r>
          </a:p>
        </p:txBody>
      </p:sp>
      <p:sp>
        <p:nvSpPr>
          <p:cNvPr id="12" name="Freeform 12"/>
          <p:cNvSpPr/>
          <p:nvPr/>
        </p:nvSpPr>
        <p:spPr>
          <a:xfrm>
            <a:off x="-279662" y="4788374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2"/>
                </a:lnTo>
                <a:lnTo>
                  <a:pt x="0" y="710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3" name="Freeform 13"/>
          <p:cNvSpPr/>
          <p:nvPr/>
        </p:nvSpPr>
        <p:spPr>
          <a:xfrm>
            <a:off x="17961638" y="7910955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2"/>
                </a:lnTo>
                <a:lnTo>
                  <a:pt x="0" y="710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9628" y="-8536582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099" y="0"/>
                </a:lnTo>
                <a:lnTo>
                  <a:pt x="19876099" y="9838670"/>
                </a:lnTo>
                <a:lnTo>
                  <a:pt x="0" y="9838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5298557" y="541612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TextBox 4"/>
          <p:cNvSpPr txBox="1"/>
          <p:nvPr/>
        </p:nvSpPr>
        <p:spPr>
          <a:xfrm>
            <a:off x="3943874" y="906264"/>
            <a:ext cx="1040025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Aim &amp; Objectives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68833" y="2010473"/>
            <a:ext cx="9099039" cy="7058660"/>
            <a:chOff x="0" y="0"/>
            <a:chExt cx="12132052" cy="9411547"/>
          </a:xfrm>
        </p:grpSpPr>
        <p:sp>
          <p:nvSpPr>
            <p:cNvPr id="6" name="TextBox 6"/>
            <p:cNvSpPr txBox="1"/>
            <p:nvPr/>
          </p:nvSpPr>
          <p:spPr>
            <a:xfrm>
              <a:off x="0" y="-304800"/>
              <a:ext cx="12132052" cy="97163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100"/>
                </a:lnSpc>
              </a:pPr>
              <a:r>
                <a:rPr lang="en-US" sz="4500" b="1">
                  <a:solidFill>
                    <a:srgbClr val="009D8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objective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Secure user registration (2FA)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Food Inventory Management System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Expiry date tracking system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Food donation module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Real-time notifications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Food analytics dashboards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Weekly meal planner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Ensure high performance, security and usability</a:t>
              </a:r>
            </a:p>
            <a:p>
              <a:pPr marL="604519" lvl="1" indent="-302260" algn="l">
                <a:lnSpc>
                  <a:spcPts val="5599"/>
                </a:lnSpc>
                <a:buAutoNum type="arabicPeriod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User-friendly hierarchical navigation </a:t>
              </a:r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123148"/>
              <a:ext cx="5274899" cy="0"/>
            </a:xfrm>
            <a:prstGeom prst="line">
              <a:avLst/>
            </a:prstGeom>
            <a:ln w="50800" cap="flat">
              <a:solidFill>
                <a:srgbClr val="009D8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Freeform 8"/>
          <p:cNvSpPr/>
          <p:nvPr/>
        </p:nvSpPr>
        <p:spPr>
          <a:xfrm rot="-792307">
            <a:off x="-383473" y="9325271"/>
            <a:ext cx="1933999" cy="1605219"/>
          </a:xfrm>
          <a:custGeom>
            <a:avLst/>
            <a:gdLst/>
            <a:ahLst/>
            <a:cxnLst/>
            <a:rect l="l" t="t" r="r" b="b"/>
            <a:pathLst>
              <a:path w="1933999" h="1605219">
                <a:moveTo>
                  <a:pt x="0" y="0"/>
                </a:moveTo>
                <a:lnTo>
                  <a:pt x="1933998" y="0"/>
                </a:lnTo>
                <a:lnTo>
                  <a:pt x="1933998" y="1605219"/>
                </a:lnTo>
                <a:lnTo>
                  <a:pt x="0" y="1605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Freeform 9"/>
          <p:cNvSpPr/>
          <p:nvPr/>
        </p:nvSpPr>
        <p:spPr>
          <a:xfrm>
            <a:off x="17066660" y="9125593"/>
            <a:ext cx="2442681" cy="1920558"/>
          </a:xfrm>
          <a:custGeom>
            <a:avLst/>
            <a:gdLst/>
            <a:ahLst/>
            <a:cxnLst/>
            <a:rect l="l" t="t" r="r" b="b"/>
            <a:pathLst>
              <a:path w="2442681" h="1920558">
                <a:moveTo>
                  <a:pt x="0" y="0"/>
                </a:moveTo>
                <a:lnTo>
                  <a:pt x="2442680" y="0"/>
                </a:lnTo>
                <a:lnTo>
                  <a:pt x="2442680" y="1920558"/>
                </a:lnTo>
                <a:lnTo>
                  <a:pt x="0" y="19205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grpSp>
        <p:nvGrpSpPr>
          <p:cNvPr id="10" name="Group 10"/>
          <p:cNvGrpSpPr/>
          <p:nvPr/>
        </p:nvGrpSpPr>
        <p:grpSpPr>
          <a:xfrm>
            <a:off x="9827111" y="2010473"/>
            <a:ext cx="6684555" cy="7413592"/>
            <a:chOff x="0" y="0"/>
            <a:chExt cx="8912741" cy="9884789"/>
          </a:xfrm>
        </p:grpSpPr>
        <p:sp>
          <p:nvSpPr>
            <p:cNvPr id="11" name="Freeform 11"/>
            <p:cNvSpPr/>
            <p:nvPr/>
          </p:nvSpPr>
          <p:spPr>
            <a:xfrm rot="282885">
              <a:off x="366051" y="320565"/>
              <a:ext cx="8180638" cy="9243659"/>
            </a:xfrm>
            <a:custGeom>
              <a:avLst/>
              <a:gdLst/>
              <a:ahLst/>
              <a:cxnLst/>
              <a:rect l="l" t="t" r="r" b="b"/>
              <a:pathLst>
                <a:path w="8180638" h="9243659">
                  <a:moveTo>
                    <a:pt x="0" y="0"/>
                  </a:moveTo>
                  <a:lnTo>
                    <a:pt x="8180638" y="0"/>
                  </a:lnTo>
                  <a:lnTo>
                    <a:pt x="8180638" y="9243659"/>
                  </a:lnTo>
                  <a:lnTo>
                    <a:pt x="0" y="92436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772249" y="1012966"/>
              <a:ext cx="6267184" cy="6540704"/>
            </a:xfrm>
            <a:custGeom>
              <a:avLst/>
              <a:gdLst/>
              <a:ahLst/>
              <a:cxnLst/>
              <a:rect l="l" t="t" r="r" b="b"/>
              <a:pathLst>
                <a:path w="6267184" h="6540704">
                  <a:moveTo>
                    <a:pt x="0" y="0"/>
                  </a:moveTo>
                  <a:lnTo>
                    <a:pt x="6267184" y="0"/>
                  </a:lnTo>
                  <a:lnTo>
                    <a:pt x="6267184" y="6540705"/>
                  </a:lnTo>
                  <a:lnTo>
                    <a:pt x="0" y="6540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13"/>
            <p:cNvSpPr/>
            <p:nvPr/>
          </p:nvSpPr>
          <p:spPr>
            <a:xfrm flipH="1">
              <a:off x="1772249" y="1320061"/>
              <a:ext cx="1460407" cy="2249927"/>
            </a:xfrm>
            <a:custGeom>
              <a:avLst/>
              <a:gdLst/>
              <a:ahLst/>
              <a:cxnLst/>
              <a:rect l="l" t="t" r="r" b="b"/>
              <a:pathLst>
                <a:path w="1460407" h="2249927">
                  <a:moveTo>
                    <a:pt x="1460408" y="0"/>
                  </a:moveTo>
                  <a:lnTo>
                    <a:pt x="0" y="0"/>
                  </a:lnTo>
                  <a:lnTo>
                    <a:pt x="0" y="2249928"/>
                  </a:lnTo>
                  <a:lnTo>
                    <a:pt x="1460408" y="2249928"/>
                  </a:lnTo>
                  <a:lnTo>
                    <a:pt x="1460408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03318">
            <a:off x="7607502" y="5376897"/>
            <a:ext cx="3646556" cy="4120402"/>
          </a:xfrm>
          <a:custGeom>
            <a:avLst/>
            <a:gdLst/>
            <a:ahLst/>
            <a:cxnLst/>
            <a:rect l="l" t="t" r="r" b="b"/>
            <a:pathLst>
              <a:path w="3646556" h="4120402">
                <a:moveTo>
                  <a:pt x="0" y="0"/>
                </a:moveTo>
                <a:lnTo>
                  <a:pt x="3646556" y="0"/>
                </a:lnTo>
                <a:lnTo>
                  <a:pt x="3646556" y="4120402"/>
                </a:lnTo>
                <a:lnTo>
                  <a:pt x="0" y="412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6064184" y="4844266"/>
            <a:ext cx="6965083" cy="6965083"/>
          </a:xfrm>
          <a:custGeom>
            <a:avLst/>
            <a:gdLst/>
            <a:ahLst/>
            <a:cxnLst/>
            <a:rect l="l" t="t" r="r" b="b"/>
            <a:pathLst>
              <a:path w="6965083" h="6965083">
                <a:moveTo>
                  <a:pt x="0" y="0"/>
                </a:moveTo>
                <a:lnTo>
                  <a:pt x="6965083" y="0"/>
                </a:lnTo>
                <a:lnTo>
                  <a:pt x="6965083" y="6965083"/>
                </a:lnTo>
                <a:lnTo>
                  <a:pt x="0" y="69650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dash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>
            <a:off x="-794050" y="9258300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100" y="0"/>
                </a:lnTo>
                <a:lnTo>
                  <a:pt x="19876100" y="9838669"/>
                </a:lnTo>
                <a:lnTo>
                  <a:pt x="0" y="98386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10273025" y="-234323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 rot="6899032">
            <a:off x="-1012209" y="-550852"/>
            <a:ext cx="2856352" cy="2370772"/>
          </a:xfrm>
          <a:custGeom>
            <a:avLst/>
            <a:gdLst/>
            <a:ahLst/>
            <a:cxnLst/>
            <a:rect l="l" t="t" r="r" b="b"/>
            <a:pathLst>
              <a:path w="2856352" h="2370772">
                <a:moveTo>
                  <a:pt x="0" y="0"/>
                </a:moveTo>
                <a:lnTo>
                  <a:pt x="2856352" y="0"/>
                </a:lnTo>
                <a:lnTo>
                  <a:pt x="2856352" y="2370772"/>
                </a:lnTo>
                <a:lnTo>
                  <a:pt x="0" y="2370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>
            <a:off x="17529366" y="-634534"/>
            <a:ext cx="1178647" cy="1269068"/>
          </a:xfrm>
          <a:custGeom>
            <a:avLst/>
            <a:gdLst/>
            <a:ahLst/>
            <a:cxnLst/>
            <a:rect l="l" t="t" r="r" b="b"/>
            <a:pathLst>
              <a:path w="1178647" h="1269068">
                <a:moveTo>
                  <a:pt x="0" y="0"/>
                </a:moveTo>
                <a:lnTo>
                  <a:pt x="1178647" y="0"/>
                </a:lnTo>
                <a:lnTo>
                  <a:pt x="1178647" y="1269068"/>
                </a:lnTo>
                <a:lnTo>
                  <a:pt x="0" y="12690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grpSp>
        <p:nvGrpSpPr>
          <p:cNvPr id="8" name="Group 8"/>
          <p:cNvGrpSpPr/>
          <p:nvPr/>
        </p:nvGrpSpPr>
        <p:grpSpPr>
          <a:xfrm>
            <a:off x="929505" y="7981413"/>
            <a:ext cx="3807536" cy="1562637"/>
            <a:chOff x="0" y="0"/>
            <a:chExt cx="5076714" cy="2083516"/>
          </a:xfrm>
        </p:grpSpPr>
        <p:sp>
          <p:nvSpPr>
            <p:cNvPr id="9" name="Freeform 9"/>
            <p:cNvSpPr/>
            <p:nvPr/>
          </p:nvSpPr>
          <p:spPr>
            <a:xfrm>
              <a:off x="70287" y="956295"/>
              <a:ext cx="4879428" cy="1127222"/>
            </a:xfrm>
            <a:custGeom>
              <a:avLst/>
              <a:gdLst/>
              <a:ahLst/>
              <a:cxnLst/>
              <a:rect l="l" t="t" r="r" b="b"/>
              <a:pathLst>
                <a:path w="4879428" h="1127222">
                  <a:moveTo>
                    <a:pt x="0" y="0"/>
                  </a:moveTo>
                  <a:lnTo>
                    <a:pt x="4879427" y="0"/>
                  </a:lnTo>
                  <a:lnTo>
                    <a:pt x="4879427" y="1127221"/>
                  </a:lnTo>
                  <a:lnTo>
                    <a:pt x="0" y="1127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43999"/>
              </a:blip>
              <a:stretch>
                <a:fillRect l="-4043" t="-20192" r="-2008"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0"/>
              <a:ext cx="5076714" cy="1323172"/>
              <a:chOff x="0" y="0"/>
              <a:chExt cx="1002808" cy="26136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002808" cy="261367"/>
              </a:xfrm>
              <a:custGeom>
                <a:avLst/>
                <a:gdLst/>
                <a:ahLst/>
                <a:cxnLst/>
                <a:rect l="l" t="t" r="r" b="b"/>
                <a:pathLst>
                  <a:path w="1002808" h="261367">
                    <a:moveTo>
                      <a:pt x="40666" y="0"/>
                    </a:moveTo>
                    <a:lnTo>
                      <a:pt x="962141" y="0"/>
                    </a:lnTo>
                    <a:cubicBezTo>
                      <a:pt x="972927" y="0"/>
                      <a:pt x="983271" y="4284"/>
                      <a:pt x="990897" y="11911"/>
                    </a:cubicBezTo>
                    <a:cubicBezTo>
                      <a:pt x="998523" y="19537"/>
                      <a:pt x="1002808" y="29881"/>
                      <a:pt x="1002808" y="40666"/>
                    </a:cubicBezTo>
                    <a:lnTo>
                      <a:pt x="1002808" y="220701"/>
                    </a:lnTo>
                    <a:cubicBezTo>
                      <a:pt x="1002808" y="243160"/>
                      <a:pt x="984601" y="261367"/>
                      <a:pt x="962141" y="261367"/>
                    </a:cubicBezTo>
                    <a:lnTo>
                      <a:pt x="40666" y="261367"/>
                    </a:lnTo>
                    <a:cubicBezTo>
                      <a:pt x="18207" y="261367"/>
                      <a:pt x="0" y="243160"/>
                      <a:pt x="0" y="220701"/>
                    </a:cubicBezTo>
                    <a:lnTo>
                      <a:pt x="0" y="40666"/>
                    </a:lnTo>
                    <a:cubicBezTo>
                      <a:pt x="0" y="18207"/>
                      <a:pt x="18207" y="0"/>
                      <a:pt x="40666" y="0"/>
                    </a:cubicBezTo>
                    <a:close/>
                  </a:path>
                </a:pathLst>
              </a:custGeom>
              <a:solidFill>
                <a:srgbClr val="009D81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002808" cy="2994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5284" y="370501"/>
              <a:ext cx="4446147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User Registration &amp; 2FA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2742" y="6251617"/>
            <a:ext cx="4839106" cy="1404538"/>
            <a:chOff x="0" y="0"/>
            <a:chExt cx="6452142" cy="1872717"/>
          </a:xfrm>
        </p:grpSpPr>
        <p:sp>
          <p:nvSpPr>
            <p:cNvPr id="15" name="Freeform 15"/>
            <p:cNvSpPr/>
            <p:nvPr/>
          </p:nvSpPr>
          <p:spPr>
            <a:xfrm>
              <a:off x="0" y="873485"/>
              <a:ext cx="6452142" cy="999233"/>
            </a:xfrm>
            <a:custGeom>
              <a:avLst/>
              <a:gdLst/>
              <a:ahLst/>
              <a:cxnLst/>
              <a:rect l="l" t="t" r="r" b="b"/>
              <a:pathLst>
                <a:path w="6452142" h="999233">
                  <a:moveTo>
                    <a:pt x="0" y="0"/>
                  </a:moveTo>
                  <a:lnTo>
                    <a:pt x="6452142" y="0"/>
                  </a:lnTo>
                  <a:lnTo>
                    <a:pt x="6452142" y="999232"/>
                  </a:lnTo>
                  <a:lnTo>
                    <a:pt x="0" y="999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43999"/>
              </a:blip>
              <a:stretch>
                <a:fillRect t="-56715" b="-12343"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0" y="0"/>
              <a:ext cx="6452142" cy="1323172"/>
              <a:chOff x="0" y="0"/>
              <a:chExt cx="1274497" cy="26136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74497" cy="261367"/>
              </a:xfrm>
              <a:custGeom>
                <a:avLst/>
                <a:gdLst/>
                <a:ahLst/>
                <a:cxnLst/>
                <a:rect l="l" t="t" r="r" b="b"/>
                <a:pathLst>
                  <a:path w="1274497" h="261367">
                    <a:moveTo>
                      <a:pt x="31997" y="0"/>
                    </a:moveTo>
                    <a:lnTo>
                      <a:pt x="1242500" y="0"/>
                    </a:lnTo>
                    <a:cubicBezTo>
                      <a:pt x="1250986" y="0"/>
                      <a:pt x="1259125" y="3371"/>
                      <a:pt x="1265125" y="9372"/>
                    </a:cubicBezTo>
                    <a:cubicBezTo>
                      <a:pt x="1271126" y="15372"/>
                      <a:pt x="1274497" y="23511"/>
                      <a:pt x="1274497" y="31997"/>
                    </a:cubicBezTo>
                    <a:lnTo>
                      <a:pt x="1274497" y="229370"/>
                    </a:lnTo>
                    <a:cubicBezTo>
                      <a:pt x="1274497" y="237856"/>
                      <a:pt x="1271126" y="245995"/>
                      <a:pt x="1265125" y="251996"/>
                    </a:cubicBezTo>
                    <a:cubicBezTo>
                      <a:pt x="1259125" y="257996"/>
                      <a:pt x="1250986" y="261367"/>
                      <a:pt x="1242500" y="261367"/>
                    </a:cubicBezTo>
                    <a:lnTo>
                      <a:pt x="31997" y="261367"/>
                    </a:lnTo>
                    <a:cubicBezTo>
                      <a:pt x="14326" y="261367"/>
                      <a:pt x="0" y="247042"/>
                      <a:pt x="0" y="229370"/>
                    </a:cubicBezTo>
                    <a:lnTo>
                      <a:pt x="0" y="31997"/>
                    </a:lnTo>
                    <a:cubicBezTo>
                      <a:pt x="0" y="23511"/>
                      <a:pt x="3371" y="15372"/>
                      <a:pt x="9372" y="9372"/>
                    </a:cubicBezTo>
                    <a:cubicBezTo>
                      <a:pt x="15372" y="3371"/>
                      <a:pt x="23511" y="0"/>
                      <a:pt x="31997" y="0"/>
                    </a:cubicBezTo>
                    <a:close/>
                  </a:path>
                </a:pathLst>
              </a:custGeom>
              <a:solidFill>
                <a:srgbClr val="009D81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74497" cy="2994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39506" y="370141"/>
              <a:ext cx="5773129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Food Inventory Management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90398" y="4719520"/>
            <a:ext cx="4892583" cy="1433491"/>
            <a:chOff x="0" y="0"/>
            <a:chExt cx="6523444" cy="1911322"/>
          </a:xfrm>
        </p:grpSpPr>
        <p:sp>
          <p:nvSpPr>
            <p:cNvPr id="21" name="Freeform 21"/>
            <p:cNvSpPr/>
            <p:nvPr/>
          </p:nvSpPr>
          <p:spPr>
            <a:xfrm>
              <a:off x="0" y="875266"/>
              <a:ext cx="6523444" cy="1036055"/>
            </a:xfrm>
            <a:custGeom>
              <a:avLst/>
              <a:gdLst/>
              <a:ahLst/>
              <a:cxnLst/>
              <a:rect l="l" t="t" r="r" b="b"/>
              <a:pathLst>
                <a:path w="6523444" h="1036055">
                  <a:moveTo>
                    <a:pt x="0" y="0"/>
                  </a:moveTo>
                  <a:lnTo>
                    <a:pt x="6523444" y="0"/>
                  </a:lnTo>
                  <a:lnTo>
                    <a:pt x="6523444" y="1036056"/>
                  </a:lnTo>
                  <a:lnTo>
                    <a:pt x="0" y="1036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43999"/>
              </a:blip>
              <a:stretch>
                <a:fillRect l="-5287" t="-57785" b="-15783"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0"/>
              <a:ext cx="6523444" cy="1323172"/>
              <a:chOff x="0" y="0"/>
              <a:chExt cx="1288582" cy="26136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88582" cy="261367"/>
              </a:xfrm>
              <a:custGeom>
                <a:avLst/>
                <a:gdLst/>
                <a:ahLst/>
                <a:cxnLst/>
                <a:rect l="l" t="t" r="r" b="b"/>
                <a:pathLst>
                  <a:path w="1288582" h="261367">
                    <a:moveTo>
                      <a:pt x="31648" y="0"/>
                    </a:moveTo>
                    <a:lnTo>
                      <a:pt x="1256934" y="0"/>
                    </a:lnTo>
                    <a:cubicBezTo>
                      <a:pt x="1265327" y="0"/>
                      <a:pt x="1273377" y="3334"/>
                      <a:pt x="1279312" y="9269"/>
                    </a:cubicBezTo>
                    <a:cubicBezTo>
                      <a:pt x="1285247" y="15204"/>
                      <a:pt x="1288582" y="23254"/>
                      <a:pt x="1288582" y="31648"/>
                    </a:cubicBezTo>
                    <a:lnTo>
                      <a:pt x="1288582" y="229720"/>
                    </a:lnTo>
                    <a:cubicBezTo>
                      <a:pt x="1288582" y="247198"/>
                      <a:pt x="1274412" y="261367"/>
                      <a:pt x="1256934" y="261367"/>
                    </a:cubicBezTo>
                    <a:lnTo>
                      <a:pt x="31648" y="261367"/>
                    </a:lnTo>
                    <a:cubicBezTo>
                      <a:pt x="14169" y="261367"/>
                      <a:pt x="0" y="247198"/>
                      <a:pt x="0" y="229720"/>
                    </a:cubicBezTo>
                    <a:lnTo>
                      <a:pt x="0" y="31648"/>
                    </a:lnTo>
                    <a:cubicBezTo>
                      <a:pt x="0" y="14169"/>
                      <a:pt x="14169" y="0"/>
                      <a:pt x="31648" y="0"/>
                    </a:cubicBezTo>
                    <a:close/>
                  </a:path>
                </a:pathLst>
              </a:custGeom>
              <a:solidFill>
                <a:srgbClr val="009D81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288582" cy="2994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257602" y="371923"/>
              <a:ext cx="6008240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Food Donation &amp; Claim System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072716" y="3355661"/>
            <a:ext cx="3496893" cy="1412937"/>
            <a:chOff x="0" y="0"/>
            <a:chExt cx="4662524" cy="1883915"/>
          </a:xfrm>
        </p:grpSpPr>
        <p:sp>
          <p:nvSpPr>
            <p:cNvPr id="27" name="Freeform 27"/>
            <p:cNvSpPr/>
            <p:nvPr/>
          </p:nvSpPr>
          <p:spPr>
            <a:xfrm>
              <a:off x="0" y="884683"/>
              <a:ext cx="4662524" cy="999233"/>
            </a:xfrm>
            <a:custGeom>
              <a:avLst/>
              <a:gdLst/>
              <a:ahLst/>
              <a:cxnLst/>
              <a:rect l="l" t="t" r="r" b="b"/>
              <a:pathLst>
                <a:path w="4662524" h="999233">
                  <a:moveTo>
                    <a:pt x="0" y="0"/>
                  </a:moveTo>
                  <a:lnTo>
                    <a:pt x="4662524" y="0"/>
                  </a:lnTo>
                  <a:lnTo>
                    <a:pt x="4662524" y="999232"/>
                  </a:lnTo>
                  <a:lnTo>
                    <a:pt x="0" y="999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43999"/>
              </a:blip>
              <a:stretch>
                <a:fillRect l="-5492" t="-35587" r="-5492"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0" y="0"/>
              <a:ext cx="4662524" cy="1323172"/>
              <a:chOff x="0" y="0"/>
              <a:chExt cx="920992" cy="261367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920992" cy="261367"/>
              </a:xfrm>
              <a:custGeom>
                <a:avLst/>
                <a:gdLst/>
                <a:ahLst/>
                <a:cxnLst/>
                <a:rect l="l" t="t" r="r" b="b"/>
                <a:pathLst>
                  <a:path w="920992" h="261367">
                    <a:moveTo>
                      <a:pt x="44279" y="0"/>
                    </a:moveTo>
                    <a:lnTo>
                      <a:pt x="876714" y="0"/>
                    </a:lnTo>
                    <a:cubicBezTo>
                      <a:pt x="888457" y="0"/>
                      <a:pt x="899720" y="4665"/>
                      <a:pt x="908023" y="12969"/>
                    </a:cubicBezTo>
                    <a:cubicBezTo>
                      <a:pt x="916327" y="21273"/>
                      <a:pt x="920992" y="32535"/>
                      <a:pt x="920992" y="44279"/>
                    </a:cubicBezTo>
                    <a:lnTo>
                      <a:pt x="920992" y="217088"/>
                    </a:lnTo>
                    <a:cubicBezTo>
                      <a:pt x="920992" y="228832"/>
                      <a:pt x="916327" y="240094"/>
                      <a:pt x="908023" y="248398"/>
                    </a:cubicBezTo>
                    <a:cubicBezTo>
                      <a:pt x="899720" y="256702"/>
                      <a:pt x="888457" y="261367"/>
                      <a:pt x="876714" y="261367"/>
                    </a:cubicBezTo>
                    <a:lnTo>
                      <a:pt x="44279" y="261367"/>
                    </a:lnTo>
                    <a:cubicBezTo>
                      <a:pt x="32535" y="261367"/>
                      <a:pt x="21273" y="256702"/>
                      <a:pt x="12969" y="248398"/>
                    </a:cubicBezTo>
                    <a:cubicBezTo>
                      <a:pt x="4665" y="240094"/>
                      <a:pt x="0" y="228832"/>
                      <a:pt x="0" y="217088"/>
                    </a:cubicBezTo>
                    <a:lnTo>
                      <a:pt x="0" y="44279"/>
                    </a:lnTo>
                    <a:cubicBezTo>
                      <a:pt x="0" y="32535"/>
                      <a:pt x="4665" y="21273"/>
                      <a:pt x="12969" y="12969"/>
                    </a:cubicBezTo>
                    <a:cubicBezTo>
                      <a:pt x="21273" y="4665"/>
                      <a:pt x="32535" y="0"/>
                      <a:pt x="44279" y="0"/>
                    </a:cubicBezTo>
                    <a:close/>
                  </a:path>
                </a:pathLst>
              </a:custGeom>
              <a:solidFill>
                <a:srgbClr val="009D81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920992" cy="2994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234149" y="381339"/>
              <a:ext cx="4194226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Weekly Meal Planner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42071" y="2468916"/>
            <a:ext cx="2832630" cy="1436875"/>
            <a:chOff x="0" y="0"/>
            <a:chExt cx="3776840" cy="1915833"/>
          </a:xfrm>
        </p:grpSpPr>
        <p:sp>
          <p:nvSpPr>
            <p:cNvPr id="33" name="Freeform 33"/>
            <p:cNvSpPr/>
            <p:nvPr/>
          </p:nvSpPr>
          <p:spPr>
            <a:xfrm>
              <a:off x="0" y="1198258"/>
              <a:ext cx="3776840" cy="717576"/>
            </a:xfrm>
            <a:custGeom>
              <a:avLst/>
              <a:gdLst/>
              <a:ahLst/>
              <a:cxnLst/>
              <a:rect l="l" t="t" r="r" b="b"/>
              <a:pathLst>
                <a:path w="3776840" h="717576">
                  <a:moveTo>
                    <a:pt x="0" y="0"/>
                  </a:moveTo>
                  <a:lnTo>
                    <a:pt x="3776840" y="0"/>
                  </a:lnTo>
                  <a:lnTo>
                    <a:pt x="3776840" y="717575"/>
                  </a:lnTo>
                  <a:lnTo>
                    <a:pt x="0" y="717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43999"/>
              </a:blip>
              <a:stretch>
                <a:fillRect l="-4028" t="-48907" r="-4028"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0" y="0"/>
              <a:ext cx="3776840" cy="1323172"/>
              <a:chOff x="0" y="0"/>
              <a:chExt cx="746043" cy="26136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746042" cy="261367"/>
              </a:xfrm>
              <a:custGeom>
                <a:avLst/>
                <a:gdLst/>
                <a:ahLst/>
                <a:cxnLst/>
                <a:rect l="l" t="t" r="r" b="b"/>
                <a:pathLst>
                  <a:path w="746042" h="261367">
                    <a:moveTo>
                      <a:pt x="54662" y="0"/>
                    </a:moveTo>
                    <a:lnTo>
                      <a:pt x="691380" y="0"/>
                    </a:lnTo>
                    <a:cubicBezTo>
                      <a:pt x="721569" y="0"/>
                      <a:pt x="746042" y="24473"/>
                      <a:pt x="746042" y="54662"/>
                    </a:cubicBezTo>
                    <a:lnTo>
                      <a:pt x="746042" y="206705"/>
                    </a:lnTo>
                    <a:cubicBezTo>
                      <a:pt x="746042" y="221202"/>
                      <a:pt x="740283" y="235106"/>
                      <a:pt x="730032" y="245357"/>
                    </a:cubicBezTo>
                    <a:cubicBezTo>
                      <a:pt x="719781" y="255608"/>
                      <a:pt x="705877" y="261367"/>
                      <a:pt x="691380" y="261367"/>
                    </a:cubicBezTo>
                    <a:lnTo>
                      <a:pt x="54662" y="261367"/>
                    </a:lnTo>
                    <a:cubicBezTo>
                      <a:pt x="24473" y="261367"/>
                      <a:pt x="0" y="236894"/>
                      <a:pt x="0" y="206705"/>
                    </a:cubicBezTo>
                    <a:lnTo>
                      <a:pt x="0" y="54662"/>
                    </a:lnTo>
                    <a:cubicBezTo>
                      <a:pt x="0" y="24473"/>
                      <a:pt x="24473" y="0"/>
                      <a:pt x="54662" y="0"/>
                    </a:cubicBezTo>
                    <a:close/>
                  </a:path>
                </a:pathLst>
              </a:custGeom>
              <a:solidFill>
                <a:srgbClr val="009D81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746043" cy="2994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72948" y="381339"/>
              <a:ext cx="3230945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Meal Reminders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950926" y="2514280"/>
            <a:ext cx="2210323" cy="1346148"/>
            <a:chOff x="0" y="0"/>
            <a:chExt cx="2947098" cy="1794864"/>
          </a:xfrm>
        </p:grpSpPr>
        <p:sp>
          <p:nvSpPr>
            <p:cNvPr id="39" name="Freeform 39"/>
            <p:cNvSpPr/>
            <p:nvPr/>
          </p:nvSpPr>
          <p:spPr>
            <a:xfrm>
              <a:off x="0" y="1025913"/>
              <a:ext cx="2947098" cy="768951"/>
            </a:xfrm>
            <a:custGeom>
              <a:avLst/>
              <a:gdLst/>
              <a:ahLst/>
              <a:cxnLst/>
              <a:rect l="l" t="t" r="r" b="b"/>
              <a:pathLst>
                <a:path w="2947098" h="768951">
                  <a:moveTo>
                    <a:pt x="0" y="0"/>
                  </a:moveTo>
                  <a:lnTo>
                    <a:pt x="2947098" y="0"/>
                  </a:lnTo>
                  <a:lnTo>
                    <a:pt x="2947098" y="768951"/>
                  </a:lnTo>
                  <a:lnTo>
                    <a:pt x="0" y="768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43999"/>
              </a:blip>
              <a:stretch>
                <a:fillRect t="-3957" r="-3599"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0"/>
              <a:ext cx="2941719" cy="1323172"/>
              <a:chOff x="0" y="0"/>
              <a:chExt cx="581080" cy="261367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581080" cy="261367"/>
              </a:xfrm>
              <a:custGeom>
                <a:avLst/>
                <a:gdLst/>
                <a:ahLst/>
                <a:cxnLst/>
                <a:rect l="l" t="t" r="r" b="b"/>
                <a:pathLst>
                  <a:path w="581080" h="261367">
                    <a:moveTo>
                      <a:pt x="70180" y="0"/>
                    </a:moveTo>
                    <a:lnTo>
                      <a:pt x="510900" y="0"/>
                    </a:lnTo>
                    <a:cubicBezTo>
                      <a:pt x="529513" y="0"/>
                      <a:pt x="547364" y="7394"/>
                      <a:pt x="560525" y="20555"/>
                    </a:cubicBezTo>
                    <a:cubicBezTo>
                      <a:pt x="573686" y="33717"/>
                      <a:pt x="581080" y="51567"/>
                      <a:pt x="581080" y="70180"/>
                    </a:cubicBezTo>
                    <a:lnTo>
                      <a:pt x="581080" y="191187"/>
                    </a:lnTo>
                    <a:cubicBezTo>
                      <a:pt x="581080" y="209800"/>
                      <a:pt x="573686" y="227651"/>
                      <a:pt x="560525" y="240812"/>
                    </a:cubicBezTo>
                    <a:cubicBezTo>
                      <a:pt x="547364" y="253973"/>
                      <a:pt x="529513" y="261367"/>
                      <a:pt x="510900" y="261367"/>
                    </a:cubicBezTo>
                    <a:lnTo>
                      <a:pt x="70180" y="261367"/>
                    </a:lnTo>
                    <a:cubicBezTo>
                      <a:pt x="51567" y="261367"/>
                      <a:pt x="33717" y="253973"/>
                      <a:pt x="20555" y="240812"/>
                    </a:cubicBezTo>
                    <a:cubicBezTo>
                      <a:pt x="7394" y="227651"/>
                      <a:pt x="0" y="209800"/>
                      <a:pt x="0" y="191187"/>
                    </a:cubicBezTo>
                    <a:lnTo>
                      <a:pt x="0" y="70180"/>
                    </a:lnTo>
                    <a:cubicBezTo>
                      <a:pt x="0" y="51567"/>
                      <a:pt x="7394" y="33717"/>
                      <a:pt x="20555" y="20555"/>
                    </a:cubicBezTo>
                    <a:cubicBezTo>
                      <a:pt x="33717" y="7394"/>
                      <a:pt x="51567" y="0"/>
                      <a:pt x="70180" y="0"/>
                    </a:cubicBezTo>
                    <a:close/>
                  </a:path>
                </a:pathLst>
              </a:custGeom>
              <a:solidFill>
                <a:srgbClr val="009D81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581080" cy="2994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212594" y="381339"/>
              <a:ext cx="2516531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Expiry Alerts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130349" y="4108136"/>
            <a:ext cx="4155806" cy="1472260"/>
            <a:chOff x="0" y="0"/>
            <a:chExt cx="5541075" cy="1963014"/>
          </a:xfrm>
        </p:grpSpPr>
        <p:sp>
          <p:nvSpPr>
            <p:cNvPr id="45" name="Freeform 45"/>
            <p:cNvSpPr/>
            <p:nvPr/>
          </p:nvSpPr>
          <p:spPr>
            <a:xfrm>
              <a:off x="0" y="963781"/>
              <a:ext cx="5541075" cy="999233"/>
            </a:xfrm>
            <a:custGeom>
              <a:avLst/>
              <a:gdLst/>
              <a:ahLst/>
              <a:cxnLst/>
              <a:rect l="l" t="t" r="r" b="b"/>
              <a:pathLst>
                <a:path w="5541075" h="999233">
                  <a:moveTo>
                    <a:pt x="0" y="0"/>
                  </a:moveTo>
                  <a:lnTo>
                    <a:pt x="5541075" y="0"/>
                  </a:lnTo>
                  <a:lnTo>
                    <a:pt x="5541075" y="999233"/>
                  </a:lnTo>
                  <a:lnTo>
                    <a:pt x="0" y="999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43999"/>
              </a:blip>
              <a:stretch>
                <a:fillRect l="-1217" t="-46954"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0" y="0"/>
              <a:ext cx="5541075" cy="1323172"/>
              <a:chOff x="0" y="0"/>
              <a:chExt cx="1094533" cy="261367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094533" cy="261367"/>
              </a:xfrm>
              <a:custGeom>
                <a:avLst/>
                <a:gdLst/>
                <a:ahLst/>
                <a:cxnLst/>
                <a:rect l="l" t="t" r="r" b="b"/>
                <a:pathLst>
                  <a:path w="1094533" h="261367">
                    <a:moveTo>
                      <a:pt x="37258" y="0"/>
                    </a:moveTo>
                    <a:lnTo>
                      <a:pt x="1057275" y="0"/>
                    </a:lnTo>
                    <a:cubicBezTo>
                      <a:pt x="1067156" y="0"/>
                      <a:pt x="1076633" y="3925"/>
                      <a:pt x="1083621" y="10913"/>
                    </a:cubicBezTo>
                    <a:cubicBezTo>
                      <a:pt x="1090608" y="17900"/>
                      <a:pt x="1094533" y="27377"/>
                      <a:pt x="1094533" y="37258"/>
                    </a:cubicBezTo>
                    <a:lnTo>
                      <a:pt x="1094533" y="224109"/>
                    </a:lnTo>
                    <a:cubicBezTo>
                      <a:pt x="1094533" y="233991"/>
                      <a:pt x="1090608" y="243467"/>
                      <a:pt x="1083621" y="250455"/>
                    </a:cubicBezTo>
                    <a:cubicBezTo>
                      <a:pt x="1076633" y="257442"/>
                      <a:pt x="1067156" y="261367"/>
                      <a:pt x="1057275" y="261367"/>
                    </a:cubicBezTo>
                    <a:lnTo>
                      <a:pt x="37258" y="261367"/>
                    </a:lnTo>
                    <a:cubicBezTo>
                      <a:pt x="27377" y="261367"/>
                      <a:pt x="17900" y="257442"/>
                      <a:pt x="10913" y="250455"/>
                    </a:cubicBezTo>
                    <a:cubicBezTo>
                      <a:pt x="3925" y="243467"/>
                      <a:pt x="0" y="233991"/>
                      <a:pt x="0" y="224109"/>
                    </a:cubicBezTo>
                    <a:lnTo>
                      <a:pt x="0" y="37258"/>
                    </a:lnTo>
                    <a:cubicBezTo>
                      <a:pt x="0" y="27377"/>
                      <a:pt x="3925" y="17900"/>
                      <a:pt x="10913" y="10913"/>
                    </a:cubicBezTo>
                    <a:cubicBezTo>
                      <a:pt x="17900" y="3925"/>
                      <a:pt x="27377" y="0"/>
                      <a:pt x="37258" y="0"/>
                    </a:cubicBezTo>
                    <a:close/>
                  </a:path>
                </a:pathLst>
              </a:custGeom>
              <a:solidFill>
                <a:srgbClr val="009D81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1094533" cy="2994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222115" y="381339"/>
              <a:ext cx="5096845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Food Analytics Dashboard</a:t>
              </a:r>
            </a:p>
          </p:txBody>
        </p:sp>
      </p:grpSp>
      <p:sp>
        <p:nvSpPr>
          <p:cNvPr id="50" name="Freeform 50"/>
          <p:cNvSpPr/>
          <p:nvPr/>
        </p:nvSpPr>
        <p:spPr>
          <a:xfrm>
            <a:off x="13526960" y="6700238"/>
            <a:ext cx="1687404" cy="304293"/>
          </a:xfrm>
          <a:custGeom>
            <a:avLst/>
            <a:gdLst/>
            <a:ahLst/>
            <a:cxnLst/>
            <a:rect l="l" t="t" r="r" b="b"/>
            <a:pathLst>
              <a:path w="1687404" h="304293">
                <a:moveTo>
                  <a:pt x="0" y="0"/>
                </a:moveTo>
                <a:lnTo>
                  <a:pt x="1687404" y="0"/>
                </a:lnTo>
                <a:lnTo>
                  <a:pt x="1687404" y="304293"/>
                </a:lnTo>
                <a:lnTo>
                  <a:pt x="0" y="3042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3999"/>
            </a:blip>
            <a:stretch>
              <a:fillRect l="-1217" t="-42762" b="-4192"/>
            </a:stretch>
          </a:blipFill>
        </p:spPr>
        <p:txBody>
          <a:bodyPr/>
          <a:lstStyle/>
          <a:p>
            <a:endParaRPr lang="en-AU"/>
          </a:p>
        </p:txBody>
      </p:sp>
      <p:grpSp>
        <p:nvGrpSpPr>
          <p:cNvPr id="51" name="Group 51"/>
          <p:cNvGrpSpPr/>
          <p:nvPr/>
        </p:nvGrpSpPr>
        <p:grpSpPr>
          <a:xfrm>
            <a:off x="13804158" y="7775456"/>
            <a:ext cx="3725208" cy="1472260"/>
            <a:chOff x="0" y="0"/>
            <a:chExt cx="4966944" cy="1963014"/>
          </a:xfrm>
        </p:grpSpPr>
        <p:sp>
          <p:nvSpPr>
            <p:cNvPr id="52" name="Freeform 52"/>
            <p:cNvSpPr/>
            <p:nvPr/>
          </p:nvSpPr>
          <p:spPr>
            <a:xfrm>
              <a:off x="0" y="963781"/>
              <a:ext cx="4966944" cy="999233"/>
            </a:xfrm>
            <a:custGeom>
              <a:avLst/>
              <a:gdLst/>
              <a:ahLst/>
              <a:cxnLst/>
              <a:rect l="l" t="t" r="r" b="b"/>
              <a:pathLst>
                <a:path w="4966944" h="999233">
                  <a:moveTo>
                    <a:pt x="0" y="0"/>
                  </a:moveTo>
                  <a:lnTo>
                    <a:pt x="4966944" y="0"/>
                  </a:lnTo>
                  <a:lnTo>
                    <a:pt x="4966944" y="999233"/>
                  </a:lnTo>
                  <a:lnTo>
                    <a:pt x="0" y="999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43999"/>
              </a:blip>
              <a:stretch>
                <a:fillRect l="-4801" t="-31737" r="-4445" b="-10440"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0" y="0"/>
              <a:ext cx="4966944" cy="1323172"/>
              <a:chOff x="0" y="0"/>
              <a:chExt cx="981125" cy="261367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981125" cy="261367"/>
              </a:xfrm>
              <a:custGeom>
                <a:avLst/>
                <a:gdLst/>
                <a:ahLst/>
                <a:cxnLst/>
                <a:rect l="l" t="t" r="r" b="b"/>
                <a:pathLst>
                  <a:path w="981125" h="261367">
                    <a:moveTo>
                      <a:pt x="41565" y="0"/>
                    </a:moveTo>
                    <a:lnTo>
                      <a:pt x="939560" y="0"/>
                    </a:lnTo>
                    <a:cubicBezTo>
                      <a:pt x="950583" y="0"/>
                      <a:pt x="961156" y="4379"/>
                      <a:pt x="968951" y="12174"/>
                    </a:cubicBezTo>
                    <a:cubicBezTo>
                      <a:pt x="976746" y="19969"/>
                      <a:pt x="981125" y="30541"/>
                      <a:pt x="981125" y="41565"/>
                    </a:cubicBezTo>
                    <a:lnTo>
                      <a:pt x="981125" y="219802"/>
                    </a:lnTo>
                    <a:cubicBezTo>
                      <a:pt x="981125" y="230826"/>
                      <a:pt x="976746" y="241398"/>
                      <a:pt x="968951" y="249193"/>
                    </a:cubicBezTo>
                    <a:cubicBezTo>
                      <a:pt x="961156" y="256988"/>
                      <a:pt x="950583" y="261367"/>
                      <a:pt x="939560" y="261367"/>
                    </a:cubicBezTo>
                    <a:lnTo>
                      <a:pt x="41565" y="261367"/>
                    </a:lnTo>
                    <a:cubicBezTo>
                      <a:pt x="30541" y="261367"/>
                      <a:pt x="19969" y="256988"/>
                      <a:pt x="12174" y="249193"/>
                    </a:cubicBezTo>
                    <a:cubicBezTo>
                      <a:pt x="4379" y="241398"/>
                      <a:pt x="0" y="230826"/>
                      <a:pt x="0" y="219802"/>
                    </a:cubicBezTo>
                    <a:lnTo>
                      <a:pt x="0" y="41565"/>
                    </a:lnTo>
                    <a:cubicBezTo>
                      <a:pt x="0" y="30541"/>
                      <a:pt x="4379" y="19969"/>
                      <a:pt x="12174" y="12174"/>
                    </a:cubicBezTo>
                    <a:cubicBezTo>
                      <a:pt x="19969" y="4379"/>
                      <a:pt x="30541" y="0"/>
                      <a:pt x="41565" y="0"/>
                    </a:cubicBezTo>
                    <a:close/>
                  </a:path>
                </a:pathLst>
              </a:custGeom>
              <a:solidFill>
                <a:srgbClr val="009D81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38100"/>
                <a:ext cx="981125" cy="2994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192672" y="381339"/>
              <a:ext cx="4449108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 Time Notifications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 rot="88945">
            <a:off x="5605832" y="8553238"/>
            <a:ext cx="916010" cy="901697"/>
            <a:chOff x="0" y="0"/>
            <a:chExt cx="812800" cy="8001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792480"/>
            </a:xfrm>
            <a:custGeom>
              <a:avLst/>
              <a:gdLst/>
              <a:ahLst/>
              <a:cxnLst/>
              <a:rect l="l" t="t" r="r" b="b"/>
              <a:pathLst>
                <a:path w="812800" h="792480">
                  <a:moveTo>
                    <a:pt x="406400" y="0"/>
                  </a:moveTo>
                  <a:lnTo>
                    <a:pt x="732790" y="157480"/>
                  </a:lnTo>
                  <a:lnTo>
                    <a:pt x="812800" y="509270"/>
                  </a:lnTo>
                  <a:lnTo>
                    <a:pt x="586740" y="792480"/>
                  </a:lnTo>
                  <a:lnTo>
                    <a:pt x="226060" y="792480"/>
                  </a:lnTo>
                  <a:lnTo>
                    <a:pt x="0" y="509270"/>
                  </a:lnTo>
                  <a:lnTo>
                    <a:pt x="80010" y="157480"/>
                  </a:lnTo>
                  <a:close/>
                </a:path>
              </a:pathLst>
            </a:custGeom>
            <a:solidFill>
              <a:srgbClr val="009D8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27000" y="82550"/>
              <a:ext cx="5588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60" name="Freeform 60"/>
          <p:cNvSpPr/>
          <p:nvPr/>
        </p:nvSpPr>
        <p:spPr>
          <a:xfrm>
            <a:off x="4737040" y="8510767"/>
            <a:ext cx="896931" cy="482195"/>
          </a:xfrm>
          <a:custGeom>
            <a:avLst/>
            <a:gdLst/>
            <a:ahLst/>
            <a:cxnLst/>
            <a:rect l="l" t="t" r="r" b="b"/>
            <a:pathLst>
              <a:path w="896931" h="482195">
                <a:moveTo>
                  <a:pt x="0" y="0"/>
                </a:moveTo>
                <a:lnTo>
                  <a:pt x="291481" y="0"/>
                </a:lnTo>
                <a:cubicBezTo>
                  <a:pt x="417734" y="0"/>
                  <a:pt x="520081" y="102348"/>
                  <a:pt x="520081" y="228600"/>
                </a:cubicBezTo>
                <a:lnTo>
                  <a:pt x="520081" y="281473"/>
                </a:lnTo>
                <a:cubicBezTo>
                  <a:pt x="520081" y="385537"/>
                  <a:pt x="604442" y="469898"/>
                  <a:pt x="708506" y="469898"/>
                </a:cubicBezTo>
                <a:lnTo>
                  <a:pt x="890782" y="469898"/>
                </a:lnTo>
                <a:cubicBezTo>
                  <a:pt x="892413" y="469898"/>
                  <a:pt x="893977" y="470546"/>
                  <a:pt x="895130" y="471699"/>
                </a:cubicBezTo>
                <a:cubicBezTo>
                  <a:pt x="896283" y="472852"/>
                  <a:pt x="896931" y="474416"/>
                  <a:pt x="896931" y="476046"/>
                </a:cubicBezTo>
                <a:lnTo>
                  <a:pt x="896931" y="482195"/>
                </a:lnTo>
              </a:path>
            </a:pathLst>
          </a:custGeom>
          <a:ln w="38100" cap="flat">
            <a:solidFill>
              <a:srgbClr val="009D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grpSp>
        <p:nvGrpSpPr>
          <p:cNvPr id="61" name="Group 61"/>
          <p:cNvGrpSpPr/>
          <p:nvPr/>
        </p:nvGrpSpPr>
        <p:grpSpPr>
          <a:xfrm rot="-1454673">
            <a:off x="5631516" y="7015921"/>
            <a:ext cx="916010" cy="901697"/>
            <a:chOff x="0" y="0"/>
            <a:chExt cx="812800" cy="8001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792480"/>
            </a:xfrm>
            <a:custGeom>
              <a:avLst/>
              <a:gdLst/>
              <a:ahLst/>
              <a:cxnLst/>
              <a:rect l="l" t="t" r="r" b="b"/>
              <a:pathLst>
                <a:path w="812800" h="792480">
                  <a:moveTo>
                    <a:pt x="406400" y="0"/>
                  </a:moveTo>
                  <a:lnTo>
                    <a:pt x="732790" y="157480"/>
                  </a:lnTo>
                  <a:lnTo>
                    <a:pt x="812800" y="509270"/>
                  </a:lnTo>
                  <a:lnTo>
                    <a:pt x="586740" y="792480"/>
                  </a:lnTo>
                  <a:lnTo>
                    <a:pt x="226060" y="792480"/>
                  </a:lnTo>
                  <a:lnTo>
                    <a:pt x="0" y="509270"/>
                  </a:lnTo>
                  <a:lnTo>
                    <a:pt x="80010" y="157480"/>
                  </a:lnTo>
                  <a:close/>
                </a:path>
              </a:pathLst>
            </a:custGeom>
            <a:solidFill>
              <a:srgbClr val="009D8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27000" y="82550"/>
              <a:ext cx="5588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64" name="Freeform 64"/>
          <p:cNvSpPr/>
          <p:nvPr/>
        </p:nvSpPr>
        <p:spPr>
          <a:xfrm>
            <a:off x="5561848" y="6731544"/>
            <a:ext cx="527928" cy="329035"/>
          </a:xfrm>
          <a:custGeom>
            <a:avLst/>
            <a:gdLst/>
            <a:ahLst/>
            <a:cxnLst/>
            <a:rect l="l" t="t" r="r" b="b"/>
            <a:pathLst>
              <a:path w="527928" h="329035">
                <a:moveTo>
                  <a:pt x="0" y="0"/>
                </a:moveTo>
                <a:lnTo>
                  <a:pt x="363411" y="0"/>
                </a:lnTo>
                <a:cubicBezTo>
                  <a:pt x="454271" y="0"/>
                  <a:pt x="527928" y="73657"/>
                  <a:pt x="527928" y="164518"/>
                </a:cubicBezTo>
                <a:lnTo>
                  <a:pt x="527928" y="329035"/>
                </a:lnTo>
              </a:path>
            </a:pathLst>
          </a:custGeom>
          <a:ln w="38100" cap="flat">
            <a:solidFill>
              <a:srgbClr val="009D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65" name="Freeform 65"/>
          <p:cNvSpPr/>
          <p:nvPr/>
        </p:nvSpPr>
        <p:spPr>
          <a:xfrm>
            <a:off x="5727328" y="8703032"/>
            <a:ext cx="673713" cy="673713"/>
          </a:xfrm>
          <a:custGeom>
            <a:avLst/>
            <a:gdLst/>
            <a:ahLst/>
            <a:cxnLst/>
            <a:rect l="l" t="t" r="r" b="b"/>
            <a:pathLst>
              <a:path w="673713" h="673713">
                <a:moveTo>
                  <a:pt x="0" y="0"/>
                </a:moveTo>
                <a:lnTo>
                  <a:pt x="673713" y="0"/>
                </a:lnTo>
                <a:lnTo>
                  <a:pt x="673713" y="673713"/>
                </a:lnTo>
                <a:lnTo>
                  <a:pt x="0" y="6737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6" name="Freeform 66"/>
          <p:cNvSpPr/>
          <p:nvPr/>
        </p:nvSpPr>
        <p:spPr>
          <a:xfrm>
            <a:off x="5767755" y="7135478"/>
            <a:ext cx="681633" cy="681633"/>
          </a:xfrm>
          <a:custGeom>
            <a:avLst/>
            <a:gdLst/>
            <a:ahLst/>
            <a:cxnLst/>
            <a:rect l="l" t="t" r="r" b="b"/>
            <a:pathLst>
              <a:path w="681633" h="681633">
                <a:moveTo>
                  <a:pt x="0" y="0"/>
                </a:moveTo>
                <a:lnTo>
                  <a:pt x="681632" y="0"/>
                </a:lnTo>
                <a:lnTo>
                  <a:pt x="681632" y="681632"/>
                </a:lnTo>
                <a:lnTo>
                  <a:pt x="0" y="6816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grpSp>
        <p:nvGrpSpPr>
          <p:cNvPr id="67" name="Group 67"/>
          <p:cNvGrpSpPr/>
          <p:nvPr/>
        </p:nvGrpSpPr>
        <p:grpSpPr>
          <a:xfrm rot="-185165">
            <a:off x="6204487" y="5774538"/>
            <a:ext cx="916010" cy="901697"/>
            <a:chOff x="0" y="0"/>
            <a:chExt cx="812800" cy="8001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792480"/>
            </a:xfrm>
            <a:custGeom>
              <a:avLst/>
              <a:gdLst/>
              <a:ahLst/>
              <a:cxnLst/>
              <a:rect l="l" t="t" r="r" b="b"/>
              <a:pathLst>
                <a:path w="812800" h="792480">
                  <a:moveTo>
                    <a:pt x="406400" y="0"/>
                  </a:moveTo>
                  <a:lnTo>
                    <a:pt x="732790" y="157480"/>
                  </a:lnTo>
                  <a:lnTo>
                    <a:pt x="812800" y="509270"/>
                  </a:lnTo>
                  <a:lnTo>
                    <a:pt x="586740" y="792480"/>
                  </a:lnTo>
                  <a:lnTo>
                    <a:pt x="226060" y="792480"/>
                  </a:lnTo>
                  <a:lnTo>
                    <a:pt x="0" y="509270"/>
                  </a:lnTo>
                  <a:lnTo>
                    <a:pt x="80010" y="157480"/>
                  </a:lnTo>
                  <a:close/>
                </a:path>
              </a:pathLst>
            </a:custGeom>
            <a:solidFill>
              <a:srgbClr val="009D8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27000" y="82550"/>
              <a:ext cx="5588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0" name="Freeform 70"/>
          <p:cNvSpPr/>
          <p:nvPr/>
        </p:nvSpPr>
        <p:spPr>
          <a:xfrm>
            <a:off x="5882981" y="5235786"/>
            <a:ext cx="686628" cy="764285"/>
          </a:xfrm>
          <a:custGeom>
            <a:avLst/>
            <a:gdLst/>
            <a:ahLst/>
            <a:cxnLst/>
            <a:rect l="l" t="t" r="r" b="b"/>
            <a:pathLst>
              <a:path w="686628" h="764285">
                <a:moveTo>
                  <a:pt x="0" y="0"/>
                </a:moveTo>
                <a:lnTo>
                  <a:pt x="122679" y="0"/>
                </a:lnTo>
                <a:cubicBezTo>
                  <a:pt x="190432" y="0"/>
                  <a:pt x="245357" y="54926"/>
                  <a:pt x="245357" y="122679"/>
                </a:cubicBezTo>
                <a:lnTo>
                  <a:pt x="245357" y="297226"/>
                </a:lnTo>
                <a:cubicBezTo>
                  <a:pt x="245357" y="419079"/>
                  <a:pt x="344139" y="517861"/>
                  <a:pt x="465993" y="517861"/>
                </a:cubicBezTo>
                <a:lnTo>
                  <a:pt x="563416" y="517861"/>
                </a:lnTo>
                <a:cubicBezTo>
                  <a:pt x="631464" y="517861"/>
                  <a:pt x="686628" y="573025"/>
                  <a:pt x="686628" y="641073"/>
                </a:cubicBezTo>
                <a:lnTo>
                  <a:pt x="686628" y="764285"/>
                </a:lnTo>
              </a:path>
            </a:pathLst>
          </a:custGeom>
          <a:ln w="38100" cap="flat">
            <a:solidFill>
              <a:srgbClr val="009D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71" name="Freeform 71"/>
          <p:cNvSpPr/>
          <p:nvPr/>
        </p:nvSpPr>
        <p:spPr>
          <a:xfrm rot="-1006050" flipH="1">
            <a:off x="6309321" y="5939319"/>
            <a:ext cx="706340" cy="572136"/>
          </a:xfrm>
          <a:custGeom>
            <a:avLst/>
            <a:gdLst/>
            <a:ahLst/>
            <a:cxnLst/>
            <a:rect l="l" t="t" r="r" b="b"/>
            <a:pathLst>
              <a:path w="706340" h="572136">
                <a:moveTo>
                  <a:pt x="706341" y="0"/>
                </a:moveTo>
                <a:lnTo>
                  <a:pt x="0" y="0"/>
                </a:lnTo>
                <a:lnTo>
                  <a:pt x="0" y="572135"/>
                </a:lnTo>
                <a:lnTo>
                  <a:pt x="706341" y="572135"/>
                </a:lnTo>
                <a:lnTo>
                  <a:pt x="706341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2" name="Freeform 72"/>
          <p:cNvSpPr/>
          <p:nvPr/>
        </p:nvSpPr>
        <p:spPr>
          <a:xfrm>
            <a:off x="6569609" y="3875032"/>
            <a:ext cx="906973" cy="1032752"/>
          </a:xfrm>
          <a:custGeom>
            <a:avLst/>
            <a:gdLst/>
            <a:ahLst/>
            <a:cxnLst/>
            <a:rect l="l" t="t" r="r" b="b"/>
            <a:pathLst>
              <a:path w="906973" h="1032752">
                <a:moveTo>
                  <a:pt x="0" y="0"/>
                </a:moveTo>
                <a:lnTo>
                  <a:pt x="257498" y="0"/>
                </a:lnTo>
                <a:cubicBezTo>
                  <a:pt x="383750" y="0"/>
                  <a:pt x="486098" y="102347"/>
                  <a:pt x="486098" y="228600"/>
                </a:cubicBezTo>
                <a:lnTo>
                  <a:pt x="486098" y="538177"/>
                </a:lnTo>
                <a:cubicBezTo>
                  <a:pt x="486098" y="639508"/>
                  <a:pt x="568244" y="721653"/>
                  <a:pt x="669575" y="721653"/>
                </a:cubicBezTo>
                <a:lnTo>
                  <a:pt x="697502" y="721653"/>
                </a:lnTo>
                <a:cubicBezTo>
                  <a:pt x="738756" y="721653"/>
                  <a:pt x="778321" y="738041"/>
                  <a:pt x="807492" y="767212"/>
                </a:cubicBezTo>
                <a:cubicBezTo>
                  <a:pt x="836663" y="796384"/>
                  <a:pt x="853051" y="835948"/>
                  <a:pt x="853051" y="877202"/>
                </a:cubicBezTo>
                <a:lnTo>
                  <a:pt x="853051" y="1005791"/>
                </a:lnTo>
                <a:cubicBezTo>
                  <a:pt x="853051" y="1012941"/>
                  <a:pt x="855892" y="1019799"/>
                  <a:pt x="860948" y="1024855"/>
                </a:cubicBezTo>
                <a:cubicBezTo>
                  <a:pt x="866004" y="1029911"/>
                  <a:pt x="872862" y="1032752"/>
                  <a:pt x="880012" y="1032752"/>
                </a:cubicBezTo>
                <a:lnTo>
                  <a:pt x="906973" y="1032752"/>
                </a:lnTo>
              </a:path>
            </a:pathLst>
          </a:custGeom>
          <a:ln w="38100" cap="flat">
            <a:solidFill>
              <a:srgbClr val="009D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grpSp>
        <p:nvGrpSpPr>
          <p:cNvPr id="73" name="Group 73"/>
          <p:cNvGrpSpPr/>
          <p:nvPr/>
        </p:nvGrpSpPr>
        <p:grpSpPr>
          <a:xfrm rot="1065689">
            <a:off x="7226674" y="4837747"/>
            <a:ext cx="916010" cy="901697"/>
            <a:chOff x="0" y="0"/>
            <a:chExt cx="812800" cy="8001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12800" cy="792480"/>
            </a:xfrm>
            <a:custGeom>
              <a:avLst/>
              <a:gdLst/>
              <a:ahLst/>
              <a:cxnLst/>
              <a:rect l="l" t="t" r="r" b="b"/>
              <a:pathLst>
                <a:path w="812800" h="792480">
                  <a:moveTo>
                    <a:pt x="406400" y="0"/>
                  </a:moveTo>
                  <a:lnTo>
                    <a:pt x="732790" y="157480"/>
                  </a:lnTo>
                  <a:lnTo>
                    <a:pt x="812800" y="509270"/>
                  </a:lnTo>
                  <a:lnTo>
                    <a:pt x="586740" y="792480"/>
                  </a:lnTo>
                  <a:lnTo>
                    <a:pt x="226060" y="792480"/>
                  </a:lnTo>
                  <a:lnTo>
                    <a:pt x="0" y="509270"/>
                  </a:lnTo>
                  <a:lnTo>
                    <a:pt x="80010" y="157480"/>
                  </a:lnTo>
                  <a:close/>
                </a:path>
              </a:pathLst>
            </a:custGeom>
            <a:solidFill>
              <a:srgbClr val="009D8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27000" y="82550"/>
              <a:ext cx="5588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6" name="Freeform 76"/>
          <p:cNvSpPr/>
          <p:nvPr/>
        </p:nvSpPr>
        <p:spPr>
          <a:xfrm rot="-1815319">
            <a:off x="7386133" y="5057972"/>
            <a:ext cx="543385" cy="546116"/>
          </a:xfrm>
          <a:custGeom>
            <a:avLst/>
            <a:gdLst/>
            <a:ahLst/>
            <a:cxnLst/>
            <a:rect l="l" t="t" r="r" b="b"/>
            <a:pathLst>
              <a:path w="543385" h="546116">
                <a:moveTo>
                  <a:pt x="0" y="0"/>
                </a:moveTo>
                <a:lnTo>
                  <a:pt x="543385" y="0"/>
                </a:lnTo>
                <a:lnTo>
                  <a:pt x="543385" y="546115"/>
                </a:lnTo>
                <a:lnTo>
                  <a:pt x="0" y="54611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7" name="Freeform 77"/>
          <p:cNvSpPr/>
          <p:nvPr/>
        </p:nvSpPr>
        <p:spPr>
          <a:xfrm>
            <a:off x="8258387" y="3460543"/>
            <a:ext cx="393323" cy="1078983"/>
          </a:xfrm>
          <a:custGeom>
            <a:avLst/>
            <a:gdLst/>
            <a:ahLst/>
            <a:cxnLst/>
            <a:rect l="l" t="t" r="r" b="b"/>
            <a:pathLst>
              <a:path w="393323" h="1078983">
                <a:moveTo>
                  <a:pt x="0" y="0"/>
                </a:moveTo>
                <a:lnTo>
                  <a:pt x="0" y="882322"/>
                </a:lnTo>
                <a:cubicBezTo>
                  <a:pt x="0" y="934480"/>
                  <a:pt x="20719" y="984502"/>
                  <a:pt x="57601" y="1021383"/>
                </a:cubicBezTo>
                <a:cubicBezTo>
                  <a:pt x="94481" y="1058264"/>
                  <a:pt x="144503" y="1078983"/>
                  <a:pt x="196661" y="1078983"/>
                </a:cubicBezTo>
                <a:lnTo>
                  <a:pt x="393322" y="1078983"/>
                </a:lnTo>
              </a:path>
            </a:pathLst>
          </a:custGeom>
          <a:ln w="38100" cap="flat">
            <a:solidFill>
              <a:srgbClr val="009D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grpSp>
        <p:nvGrpSpPr>
          <p:cNvPr id="78" name="Group 78"/>
          <p:cNvGrpSpPr/>
          <p:nvPr/>
        </p:nvGrpSpPr>
        <p:grpSpPr>
          <a:xfrm rot="-507814">
            <a:off x="8548660" y="4338334"/>
            <a:ext cx="916010" cy="901697"/>
            <a:chOff x="0" y="0"/>
            <a:chExt cx="812800" cy="8001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792480"/>
            </a:xfrm>
            <a:custGeom>
              <a:avLst/>
              <a:gdLst/>
              <a:ahLst/>
              <a:cxnLst/>
              <a:rect l="l" t="t" r="r" b="b"/>
              <a:pathLst>
                <a:path w="812800" h="792480">
                  <a:moveTo>
                    <a:pt x="406400" y="0"/>
                  </a:moveTo>
                  <a:lnTo>
                    <a:pt x="732790" y="157480"/>
                  </a:lnTo>
                  <a:lnTo>
                    <a:pt x="812800" y="509270"/>
                  </a:lnTo>
                  <a:lnTo>
                    <a:pt x="586740" y="792480"/>
                  </a:lnTo>
                  <a:lnTo>
                    <a:pt x="226060" y="792480"/>
                  </a:lnTo>
                  <a:lnTo>
                    <a:pt x="0" y="509270"/>
                  </a:lnTo>
                  <a:lnTo>
                    <a:pt x="80010" y="157480"/>
                  </a:lnTo>
                  <a:close/>
                </a:path>
              </a:pathLst>
            </a:custGeom>
            <a:solidFill>
              <a:srgbClr val="009D8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27000" y="82550"/>
              <a:ext cx="5588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1" name="Freeform 81"/>
          <p:cNvSpPr/>
          <p:nvPr/>
        </p:nvSpPr>
        <p:spPr>
          <a:xfrm rot="-856182">
            <a:off x="8687358" y="4463773"/>
            <a:ext cx="642159" cy="549046"/>
          </a:xfrm>
          <a:custGeom>
            <a:avLst/>
            <a:gdLst/>
            <a:ahLst/>
            <a:cxnLst/>
            <a:rect l="l" t="t" r="r" b="b"/>
            <a:pathLst>
              <a:path w="642159" h="549046">
                <a:moveTo>
                  <a:pt x="0" y="0"/>
                </a:moveTo>
                <a:lnTo>
                  <a:pt x="642159" y="0"/>
                </a:lnTo>
                <a:lnTo>
                  <a:pt x="642159" y="549046"/>
                </a:lnTo>
                <a:lnTo>
                  <a:pt x="0" y="54904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2" name="Freeform 82"/>
          <p:cNvSpPr/>
          <p:nvPr/>
        </p:nvSpPr>
        <p:spPr>
          <a:xfrm>
            <a:off x="10334662" y="3460543"/>
            <a:ext cx="786037" cy="1056132"/>
          </a:xfrm>
          <a:custGeom>
            <a:avLst/>
            <a:gdLst/>
            <a:ahLst/>
            <a:cxnLst/>
            <a:rect l="l" t="t" r="r" b="b"/>
            <a:pathLst>
              <a:path w="786037" h="1056132">
                <a:moveTo>
                  <a:pt x="786037" y="0"/>
                </a:moveTo>
                <a:lnTo>
                  <a:pt x="707022" y="0"/>
                </a:lnTo>
                <a:cubicBezTo>
                  <a:pt x="663383" y="0"/>
                  <a:pt x="628006" y="35377"/>
                  <a:pt x="628006" y="79016"/>
                </a:cubicBezTo>
                <a:lnTo>
                  <a:pt x="628006" y="406707"/>
                </a:lnTo>
                <a:cubicBezTo>
                  <a:pt x="628006" y="467335"/>
                  <a:pt x="603921" y="525481"/>
                  <a:pt x="561050" y="568352"/>
                </a:cubicBezTo>
                <a:cubicBezTo>
                  <a:pt x="518180" y="611222"/>
                  <a:pt x="460035" y="635307"/>
                  <a:pt x="399406" y="635307"/>
                </a:cubicBezTo>
                <a:lnTo>
                  <a:pt x="210413" y="635307"/>
                </a:lnTo>
                <a:cubicBezTo>
                  <a:pt x="154608" y="635307"/>
                  <a:pt x="101089" y="657475"/>
                  <a:pt x="61629" y="696935"/>
                </a:cubicBezTo>
                <a:cubicBezTo>
                  <a:pt x="22169" y="736395"/>
                  <a:pt x="0" y="789915"/>
                  <a:pt x="0" y="845720"/>
                </a:cubicBezTo>
                <a:lnTo>
                  <a:pt x="0" y="1056132"/>
                </a:lnTo>
              </a:path>
            </a:pathLst>
          </a:custGeom>
          <a:ln w="38100" cap="flat">
            <a:solidFill>
              <a:srgbClr val="009D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grpSp>
        <p:nvGrpSpPr>
          <p:cNvPr id="83" name="Group 83"/>
          <p:cNvGrpSpPr/>
          <p:nvPr/>
        </p:nvGrpSpPr>
        <p:grpSpPr>
          <a:xfrm rot="975405">
            <a:off x="10094682" y="4441043"/>
            <a:ext cx="916010" cy="901697"/>
            <a:chOff x="0" y="0"/>
            <a:chExt cx="812800" cy="8001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12800" cy="792480"/>
            </a:xfrm>
            <a:custGeom>
              <a:avLst/>
              <a:gdLst/>
              <a:ahLst/>
              <a:cxnLst/>
              <a:rect l="l" t="t" r="r" b="b"/>
              <a:pathLst>
                <a:path w="812800" h="792480">
                  <a:moveTo>
                    <a:pt x="406400" y="0"/>
                  </a:moveTo>
                  <a:lnTo>
                    <a:pt x="732790" y="157480"/>
                  </a:lnTo>
                  <a:lnTo>
                    <a:pt x="812800" y="509270"/>
                  </a:lnTo>
                  <a:lnTo>
                    <a:pt x="586740" y="792480"/>
                  </a:lnTo>
                  <a:lnTo>
                    <a:pt x="226060" y="792480"/>
                  </a:lnTo>
                  <a:lnTo>
                    <a:pt x="0" y="509270"/>
                  </a:lnTo>
                  <a:lnTo>
                    <a:pt x="80010" y="157480"/>
                  </a:lnTo>
                  <a:close/>
                </a:path>
              </a:pathLst>
            </a:custGeom>
            <a:solidFill>
              <a:srgbClr val="009D8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27000" y="82550"/>
              <a:ext cx="5588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6" name="Freeform 86"/>
          <p:cNvSpPr/>
          <p:nvPr/>
        </p:nvSpPr>
        <p:spPr>
          <a:xfrm rot="1171963">
            <a:off x="10274220" y="4585883"/>
            <a:ext cx="556935" cy="612016"/>
          </a:xfrm>
          <a:custGeom>
            <a:avLst/>
            <a:gdLst/>
            <a:ahLst/>
            <a:cxnLst/>
            <a:rect l="l" t="t" r="r" b="b"/>
            <a:pathLst>
              <a:path w="556935" h="612016">
                <a:moveTo>
                  <a:pt x="0" y="0"/>
                </a:moveTo>
                <a:lnTo>
                  <a:pt x="556934" y="0"/>
                </a:lnTo>
                <a:lnTo>
                  <a:pt x="556934" y="612016"/>
                </a:lnTo>
                <a:lnTo>
                  <a:pt x="0" y="61201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7" name="Freeform 87"/>
          <p:cNvSpPr/>
          <p:nvPr/>
        </p:nvSpPr>
        <p:spPr>
          <a:xfrm>
            <a:off x="13043942" y="7793645"/>
            <a:ext cx="760217" cy="444791"/>
          </a:xfrm>
          <a:custGeom>
            <a:avLst/>
            <a:gdLst/>
            <a:ahLst/>
            <a:cxnLst/>
            <a:rect l="l" t="t" r="r" b="b"/>
            <a:pathLst>
              <a:path w="760217" h="444791">
                <a:moveTo>
                  <a:pt x="760217" y="328905"/>
                </a:moveTo>
                <a:lnTo>
                  <a:pt x="760217" y="340133"/>
                </a:lnTo>
                <a:cubicBezTo>
                  <a:pt x="760217" y="346334"/>
                  <a:pt x="755189" y="351361"/>
                  <a:pt x="748990" y="351361"/>
                </a:cubicBezTo>
                <a:lnTo>
                  <a:pt x="537640" y="351361"/>
                </a:lnTo>
                <a:cubicBezTo>
                  <a:pt x="440613" y="351361"/>
                  <a:pt x="361959" y="272706"/>
                  <a:pt x="361959" y="175681"/>
                </a:cubicBezTo>
                <a:lnTo>
                  <a:pt x="361959" y="175681"/>
                </a:lnTo>
                <a:cubicBezTo>
                  <a:pt x="361959" y="78655"/>
                  <a:pt x="283305" y="0"/>
                  <a:pt x="186278" y="0"/>
                </a:cubicBezTo>
                <a:lnTo>
                  <a:pt x="180979" y="0"/>
                </a:lnTo>
                <a:cubicBezTo>
                  <a:pt x="81027" y="0"/>
                  <a:pt x="0" y="81028"/>
                  <a:pt x="0" y="180980"/>
                </a:cubicBezTo>
                <a:lnTo>
                  <a:pt x="0" y="444791"/>
                </a:lnTo>
              </a:path>
            </a:pathLst>
          </a:custGeom>
          <a:ln w="38100" cap="flat">
            <a:solidFill>
              <a:srgbClr val="009D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grpSp>
        <p:nvGrpSpPr>
          <p:cNvPr id="88" name="Group 88"/>
          <p:cNvGrpSpPr/>
          <p:nvPr/>
        </p:nvGrpSpPr>
        <p:grpSpPr>
          <a:xfrm rot="2370963">
            <a:off x="12638072" y="8218405"/>
            <a:ext cx="916010" cy="901697"/>
            <a:chOff x="0" y="0"/>
            <a:chExt cx="812800" cy="8001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792480"/>
            </a:xfrm>
            <a:custGeom>
              <a:avLst/>
              <a:gdLst/>
              <a:ahLst/>
              <a:cxnLst/>
              <a:rect l="l" t="t" r="r" b="b"/>
              <a:pathLst>
                <a:path w="812800" h="792480">
                  <a:moveTo>
                    <a:pt x="406400" y="0"/>
                  </a:moveTo>
                  <a:lnTo>
                    <a:pt x="732790" y="157480"/>
                  </a:lnTo>
                  <a:lnTo>
                    <a:pt x="812800" y="509270"/>
                  </a:lnTo>
                  <a:lnTo>
                    <a:pt x="586740" y="792480"/>
                  </a:lnTo>
                  <a:lnTo>
                    <a:pt x="226060" y="792480"/>
                  </a:lnTo>
                  <a:lnTo>
                    <a:pt x="0" y="509270"/>
                  </a:lnTo>
                  <a:lnTo>
                    <a:pt x="80010" y="157480"/>
                  </a:lnTo>
                  <a:close/>
                </a:path>
              </a:pathLst>
            </a:custGeom>
            <a:solidFill>
              <a:srgbClr val="009D8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27000" y="82550"/>
              <a:ext cx="5588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91" name="Freeform 91"/>
          <p:cNvSpPr/>
          <p:nvPr/>
        </p:nvSpPr>
        <p:spPr>
          <a:xfrm>
            <a:off x="12713296" y="8456609"/>
            <a:ext cx="737492" cy="545744"/>
          </a:xfrm>
          <a:custGeom>
            <a:avLst/>
            <a:gdLst/>
            <a:ahLst/>
            <a:cxnLst/>
            <a:rect l="l" t="t" r="r" b="b"/>
            <a:pathLst>
              <a:path w="737492" h="545744">
                <a:moveTo>
                  <a:pt x="0" y="0"/>
                </a:moveTo>
                <a:lnTo>
                  <a:pt x="737492" y="0"/>
                </a:lnTo>
                <a:lnTo>
                  <a:pt x="737492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2" name="Freeform 92"/>
          <p:cNvSpPr/>
          <p:nvPr/>
        </p:nvSpPr>
        <p:spPr>
          <a:xfrm>
            <a:off x="12336492" y="5083491"/>
            <a:ext cx="1310401" cy="547686"/>
          </a:xfrm>
          <a:custGeom>
            <a:avLst/>
            <a:gdLst/>
            <a:ahLst/>
            <a:cxnLst/>
            <a:rect l="l" t="t" r="r" b="b"/>
            <a:pathLst>
              <a:path w="1310401" h="547686">
                <a:moveTo>
                  <a:pt x="1310401" y="0"/>
                </a:moveTo>
                <a:lnTo>
                  <a:pt x="1310401" y="123923"/>
                </a:lnTo>
                <a:cubicBezTo>
                  <a:pt x="1310401" y="192363"/>
                  <a:pt x="1254919" y="247846"/>
                  <a:pt x="1186478" y="247846"/>
                </a:cubicBezTo>
                <a:lnTo>
                  <a:pt x="754915" y="247846"/>
                </a:lnTo>
                <a:cubicBezTo>
                  <a:pt x="672117" y="247846"/>
                  <a:pt x="604995" y="314967"/>
                  <a:pt x="604995" y="397766"/>
                </a:cubicBezTo>
                <a:lnTo>
                  <a:pt x="604995" y="397766"/>
                </a:lnTo>
                <a:cubicBezTo>
                  <a:pt x="604995" y="480564"/>
                  <a:pt x="537873" y="547685"/>
                  <a:pt x="455075" y="547685"/>
                </a:cubicBezTo>
                <a:lnTo>
                  <a:pt x="0" y="547685"/>
                </a:lnTo>
              </a:path>
            </a:pathLst>
          </a:custGeom>
          <a:ln w="38100" cap="flat">
            <a:solidFill>
              <a:srgbClr val="009D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grpSp>
        <p:nvGrpSpPr>
          <p:cNvPr id="93" name="Group 93"/>
          <p:cNvGrpSpPr/>
          <p:nvPr/>
        </p:nvGrpSpPr>
        <p:grpSpPr>
          <a:xfrm rot="2486836">
            <a:off x="11434135" y="5171062"/>
            <a:ext cx="916010" cy="901697"/>
            <a:chOff x="0" y="0"/>
            <a:chExt cx="812800" cy="8001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812800" cy="792480"/>
            </a:xfrm>
            <a:custGeom>
              <a:avLst/>
              <a:gdLst/>
              <a:ahLst/>
              <a:cxnLst/>
              <a:rect l="l" t="t" r="r" b="b"/>
              <a:pathLst>
                <a:path w="812800" h="792480">
                  <a:moveTo>
                    <a:pt x="406400" y="0"/>
                  </a:moveTo>
                  <a:lnTo>
                    <a:pt x="732790" y="157480"/>
                  </a:lnTo>
                  <a:lnTo>
                    <a:pt x="812800" y="509270"/>
                  </a:lnTo>
                  <a:lnTo>
                    <a:pt x="586740" y="792480"/>
                  </a:lnTo>
                  <a:lnTo>
                    <a:pt x="226060" y="792480"/>
                  </a:lnTo>
                  <a:lnTo>
                    <a:pt x="0" y="509270"/>
                  </a:lnTo>
                  <a:lnTo>
                    <a:pt x="80010" y="157480"/>
                  </a:lnTo>
                  <a:close/>
                </a:path>
              </a:pathLst>
            </a:custGeom>
            <a:solidFill>
              <a:srgbClr val="009D8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27000" y="82550"/>
              <a:ext cx="5588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96" name="Freeform 96"/>
          <p:cNvSpPr/>
          <p:nvPr/>
        </p:nvSpPr>
        <p:spPr>
          <a:xfrm>
            <a:off x="11594222" y="5389863"/>
            <a:ext cx="595835" cy="482626"/>
          </a:xfrm>
          <a:custGeom>
            <a:avLst/>
            <a:gdLst/>
            <a:ahLst/>
            <a:cxnLst/>
            <a:rect l="l" t="t" r="r" b="b"/>
            <a:pathLst>
              <a:path w="595835" h="482626">
                <a:moveTo>
                  <a:pt x="0" y="0"/>
                </a:moveTo>
                <a:lnTo>
                  <a:pt x="595835" y="0"/>
                </a:lnTo>
                <a:lnTo>
                  <a:pt x="595835" y="482627"/>
                </a:lnTo>
                <a:lnTo>
                  <a:pt x="0" y="48262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grpSp>
        <p:nvGrpSpPr>
          <p:cNvPr id="97" name="Group 97"/>
          <p:cNvGrpSpPr/>
          <p:nvPr/>
        </p:nvGrpSpPr>
        <p:grpSpPr>
          <a:xfrm>
            <a:off x="13618301" y="5993796"/>
            <a:ext cx="1707159" cy="992379"/>
            <a:chOff x="0" y="0"/>
            <a:chExt cx="2276212" cy="1323172"/>
          </a:xfrm>
        </p:grpSpPr>
        <p:grpSp>
          <p:nvGrpSpPr>
            <p:cNvPr id="98" name="Group 98"/>
            <p:cNvGrpSpPr/>
            <p:nvPr/>
          </p:nvGrpSpPr>
          <p:grpSpPr>
            <a:xfrm>
              <a:off x="0" y="0"/>
              <a:ext cx="2276212" cy="1323172"/>
              <a:chOff x="0" y="0"/>
              <a:chExt cx="449622" cy="261367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449622" cy="261367"/>
              </a:xfrm>
              <a:custGeom>
                <a:avLst/>
                <a:gdLst/>
                <a:ahLst/>
                <a:cxnLst/>
                <a:rect l="l" t="t" r="r" b="b"/>
                <a:pathLst>
                  <a:path w="449622" h="261367">
                    <a:moveTo>
                      <a:pt x="90699" y="0"/>
                    </a:moveTo>
                    <a:lnTo>
                      <a:pt x="358923" y="0"/>
                    </a:lnTo>
                    <a:cubicBezTo>
                      <a:pt x="382978" y="0"/>
                      <a:pt x="406047" y="9556"/>
                      <a:pt x="423057" y="26565"/>
                    </a:cubicBezTo>
                    <a:cubicBezTo>
                      <a:pt x="440066" y="43575"/>
                      <a:pt x="449622" y="66644"/>
                      <a:pt x="449622" y="90699"/>
                    </a:cubicBezTo>
                    <a:lnTo>
                      <a:pt x="449622" y="170668"/>
                    </a:lnTo>
                    <a:cubicBezTo>
                      <a:pt x="449622" y="220760"/>
                      <a:pt x="409015" y="261367"/>
                      <a:pt x="358923" y="261367"/>
                    </a:cubicBezTo>
                    <a:lnTo>
                      <a:pt x="90699" y="261367"/>
                    </a:lnTo>
                    <a:cubicBezTo>
                      <a:pt x="40608" y="261367"/>
                      <a:pt x="0" y="220760"/>
                      <a:pt x="0" y="170668"/>
                    </a:cubicBezTo>
                    <a:lnTo>
                      <a:pt x="0" y="90699"/>
                    </a:lnTo>
                    <a:cubicBezTo>
                      <a:pt x="0" y="66644"/>
                      <a:pt x="9556" y="43575"/>
                      <a:pt x="26565" y="26565"/>
                    </a:cubicBezTo>
                    <a:cubicBezTo>
                      <a:pt x="43575" y="9556"/>
                      <a:pt x="66644" y="0"/>
                      <a:pt x="90699" y="0"/>
                    </a:cubicBezTo>
                    <a:close/>
                  </a:path>
                </a:pathLst>
              </a:custGeom>
              <a:solidFill>
                <a:srgbClr val="009D81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0" y="-38100"/>
                <a:ext cx="449622" cy="2994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101" name="TextBox 101"/>
            <p:cNvSpPr txBox="1"/>
            <p:nvPr/>
          </p:nvSpPr>
          <p:spPr>
            <a:xfrm>
              <a:off x="293828" y="381339"/>
              <a:ext cx="1657220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Settings</a:t>
              </a:r>
            </a:p>
          </p:txBody>
        </p:sp>
      </p:grpSp>
      <p:sp>
        <p:nvSpPr>
          <p:cNvPr id="102" name="Freeform 102"/>
          <p:cNvSpPr/>
          <p:nvPr/>
        </p:nvSpPr>
        <p:spPr>
          <a:xfrm>
            <a:off x="13039080" y="6138625"/>
            <a:ext cx="550645" cy="471212"/>
          </a:xfrm>
          <a:custGeom>
            <a:avLst/>
            <a:gdLst/>
            <a:ahLst/>
            <a:cxnLst/>
            <a:rect l="l" t="t" r="r" b="b"/>
            <a:pathLst>
              <a:path w="550645" h="471212">
                <a:moveTo>
                  <a:pt x="550646" y="351361"/>
                </a:moveTo>
                <a:lnTo>
                  <a:pt x="550646" y="255414"/>
                </a:lnTo>
                <a:cubicBezTo>
                  <a:pt x="550646" y="202424"/>
                  <a:pt x="507688" y="159467"/>
                  <a:pt x="454699" y="159467"/>
                </a:cubicBezTo>
                <a:lnTo>
                  <a:pt x="232122" y="159467"/>
                </a:lnTo>
                <a:cubicBezTo>
                  <a:pt x="188088" y="159467"/>
                  <a:pt x="152389" y="123769"/>
                  <a:pt x="152389" y="79734"/>
                </a:cubicBezTo>
                <a:lnTo>
                  <a:pt x="152389" y="76195"/>
                </a:lnTo>
                <a:cubicBezTo>
                  <a:pt x="152389" y="55987"/>
                  <a:pt x="144362" y="36607"/>
                  <a:pt x="130073" y="22317"/>
                </a:cubicBezTo>
                <a:cubicBezTo>
                  <a:pt x="115784" y="8028"/>
                  <a:pt x="96403" y="0"/>
                  <a:pt x="76195" y="0"/>
                </a:cubicBezTo>
                <a:lnTo>
                  <a:pt x="76195" y="0"/>
                </a:lnTo>
                <a:cubicBezTo>
                  <a:pt x="55987" y="0"/>
                  <a:pt x="36606" y="8028"/>
                  <a:pt x="22317" y="22317"/>
                </a:cubicBezTo>
                <a:cubicBezTo>
                  <a:pt x="8027" y="36607"/>
                  <a:pt x="0" y="55987"/>
                  <a:pt x="0" y="76195"/>
                </a:cubicBezTo>
                <a:lnTo>
                  <a:pt x="0" y="471213"/>
                </a:lnTo>
              </a:path>
            </a:pathLst>
          </a:custGeom>
          <a:ln w="38100" cap="flat">
            <a:solidFill>
              <a:srgbClr val="009D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grpSp>
        <p:nvGrpSpPr>
          <p:cNvPr id="103" name="Group 103"/>
          <p:cNvGrpSpPr/>
          <p:nvPr/>
        </p:nvGrpSpPr>
        <p:grpSpPr>
          <a:xfrm rot="4061256">
            <a:off x="12423639" y="6563385"/>
            <a:ext cx="916010" cy="901697"/>
            <a:chOff x="0" y="0"/>
            <a:chExt cx="812800" cy="8001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812800" cy="792480"/>
            </a:xfrm>
            <a:custGeom>
              <a:avLst/>
              <a:gdLst/>
              <a:ahLst/>
              <a:cxnLst/>
              <a:rect l="l" t="t" r="r" b="b"/>
              <a:pathLst>
                <a:path w="812800" h="792480">
                  <a:moveTo>
                    <a:pt x="406400" y="0"/>
                  </a:moveTo>
                  <a:lnTo>
                    <a:pt x="732790" y="157480"/>
                  </a:lnTo>
                  <a:lnTo>
                    <a:pt x="812800" y="509270"/>
                  </a:lnTo>
                  <a:lnTo>
                    <a:pt x="586740" y="792480"/>
                  </a:lnTo>
                  <a:lnTo>
                    <a:pt x="226060" y="792480"/>
                  </a:lnTo>
                  <a:lnTo>
                    <a:pt x="0" y="509270"/>
                  </a:lnTo>
                  <a:lnTo>
                    <a:pt x="80010" y="157480"/>
                  </a:lnTo>
                  <a:close/>
                </a:path>
              </a:pathLst>
            </a:custGeom>
            <a:solidFill>
              <a:srgbClr val="009D81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27000" y="82550"/>
              <a:ext cx="5588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06" name="Freeform 106"/>
          <p:cNvSpPr/>
          <p:nvPr/>
        </p:nvSpPr>
        <p:spPr>
          <a:xfrm>
            <a:off x="12555835" y="6735820"/>
            <a:ext cx="613351" cy="613351"/>
          </a:xfrm>
          <a:custGeom>
            <a:avLst/>
            <a:gdLst/>
            <a:ahLst/>
            <a:cxnLst/>
            <a:rect l="l" t="t" r="r" b="b"/>
            <a:pathLst>
              <a:path w="613351" h="613351">
                <a:moveTo>
                  <a:pt x="0" y="0"/>
                </a:moveTo>
                <a:lnTo>
                  <a:pt x="613351" y="0"/>
                </a:lnTo>
                <a:lnTo>
                  <a:pt x="613351" y="613351"/>
                </a:lnTo>
                <a:lnTo>
                  <a:pt x="0" y="613351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7" name="TextBox 107"/>
          <p:cNvSpPr txBox="1"/>
          <p:nvPr/>
        </p:nvSpPr>
        <p:spPr>
          <a:xfrm>
            <a:off x="3943874" y="445614"/>
            <a:ext cx="1040025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Scope</a:t>
            </a:r>
          </a:p>
        </p:txBody>
      </p:sp>
      <p:sp>
        <p:nvSpPr>
          <p:cNvPr id="108" name="Freeform 108"/>
          <p:cNvSpPr/>
          <p:nvPr/>
        </p:nvSpPr>
        <p:spPr>
          <a:xfrm>
            <a:off x="7886842" y="5897319"/>
            <a:ext cx="3182588" cy="3756273"/>
          </a:xfrm>
          <a:custGeom>
            <a:avLst/>
            <a:gdLst/>
            <a:ahLst/>
            <a:cxnLst/>
            <a:rect l="l" t="t" r="r" b="b"/>
            <a:pathLst>
              <a:path w="3182588" h="3756273">
                <a:moveTo>
                  <a:pt x="0" y="0"/>
                </a:moveTo>
                <a:lnTo>
                  <a:pt x="3182588" y="0"/>
                </a:lnTo>
                <a:lnTo>
                  <a:pt x="3182588" y="3756274"/>
                </a:lnTo>
                <a:lnTo>
                  <a:pt x="0" y="375627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9" name="Freeform 109"/>
          <p:cNvSpPr/>
          <p:nvPr/>
        </p:nvSpPr>
        <p:spPr>
          <a:xfrm>
            <a:off x="18008338" y="3565582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2"/>
                </a:lnTo>
                <a:lnTo>
                  <a:pt x="0" y="7102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10" name="Freeform 110"/>
          <p:cNvSpPr/>
          <p:nvPr/>
        </p:nvSpPr>
        <p:spPr>
          <a:xfrm>
            <a:off x="-198532" y="6687370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2"/>
                </a:lnTo>
                <a:lnTo>
                  <a:pt x="0" y="7102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714673">
            <a:off x="4521418" y="710727"/>
            <a:ext cx="9732127" cy="10991108"/>
          </a:xfrm>
          <a:custGeom>
            <a:avLst/>
            <a:gdLst/>
            <a:ahLst/>
            <a:cxnLst/>
            <a:rect l="l" t="t" r="r" b="b"/>
            <a:pathLst>
              <a:path w="9732127" h="10991108">
                <a:moveTo>
                  <a:pt x="0" y="0"/>
                </a:moveTo>
                <a:lnTo>
                  <a:pt x="9732127" y="0"/>
                </a:lnTo>
                <a:lnTo>
                  <a:pt x="9732127" y="10991108"/>
                </a:lnTo>
                <a:lnTo>
                  <a:pt x="0" y="10991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-1029628" y="-8536582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099" y="0"/>
                </a:lnTo>
                <a:lnTo>
                  <a:pt x="19876099" y="9838670"/>
                </a:lnTo>
                <a:lnTo>
                  <a:pt x="0" y="98386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>
            <a:off x="4741512" y="318447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 rot="895858">
            <a:off x="8004274" y="5091045"/>
            <a:ext cx="5200400" cy="4812734"/>
          </a:xfrm>
          <a:custGeom>
            <a:avLst/>
            <a:gdLst/>
            <a:ahLst/>
            <a:cxnLst/>
            <a:rect l="l" t="t" r="r" b="b"/>
            <a:pathLst>
              <a:path w="5200400" h="4812734">
                <a:moveTo>
                  <a:pt x="0" y="0"/>
                </a:moveTo>
                <a:lnTo>
                  <a:pt x="5200400" y="0"/>
                </a:lnTo>
                <a:lnTo>
                  <a:pt x="5200400" y="4812733"/>
                </a:lnTo>
                <a:lnTo>
                  <a:pt x="0" y="48127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grpSp>
        <p:nvGrpSpPr>
          <p:cNvPr id="6" name="Group 6"/>
          <p:cNvGrpSpPr/>
          <p:nvPr/>
        </p:nvGrpSpPr>
        <p:grpSpPr>
          <a:xfrm>
            <a:off x="1253093" y="6984709"/>
            <a:ext cx="7850422" cy="2582260"/>
            <a:chOff x="0" y="0"/>
            <a:chExt cx="10467229" cy="3443013"/>
          </a:xfrm>
        </p:grpSpPr>
        <p:sp>
          <p:nvSpPr>
            <p:cNvPr id="7" name="Freeform 7"/>
            <p:cNvSpPr/>
            <p:nvPr/>
          </p:nvSpPr>
          <p:spPr>
            <a:xfrm>
              <a:off x="942229" y="2351968"/>
              <a:ext cx="9525000" cy="1091045"/>
            </a:xfrm>
            <a:custGeom>
              <a:avLst/>
              <a:gdLst/>
              <a:ahLst/>
              <a:cxnLst/>
              <a:rect l="l" t="t" r="r" b="b"/>
              <a:pathLst>
                <a:path w="9525000" h="1091045">
                  <a:moveTo>
                    <a:pt x="0" y="0"/>
                  </a:moveTo>
                  <a:lnTo>
                    <a:pt x="9525000" y="0"/>
                  </a:lnTo>
                  <a:lnTo>
                    <a:pt x="9525000" y="1091045"/>
                  </a:lnTo>
                  <a:lnTo>
                    <a:pt x="0" y="1091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44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33681" y="1040479"/>
              <a:ext cx="9525000" cy="1857012"/>
              <a:chOff x="0" y="0"/>
              <a:chExt cx="1881481" cy="36681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881481" cy="366817"/>
              </a:xfrm>
              <a:custGeom>
                <a:avLst/>
                <a:gdLst/>
                <a:ahLst/>
                <a:cxnLst/>
                <a:rect l="l" t="t" r="r" b="b"/>
                <a:pathLst>
                  <a:path w="1881481" h="366817">
                    <a:moveTo>
                      <a:pt x="21675" y="0"/>
                    </a:moveTo>
                    <a:lnTo>
                      <a:pt x="1859807" y="0"/>
                    </a:lnTo>
                    <a:cubicBezTo>
                      <a:pt x="1871777" y="0"/>
                      <a:pt x="1881481" y="9704"/>
                      <a:pt x="1881481" y="21675"/>
                    </a:cubicBezTo>
                    <a:lnTo>
                      <a:pt x="1881481" y="345143"/>
                    </a:lnTo>
                    <a:cubicBezTo>
                      <a:pt x="1881481" y="357113"/>
                      <a:pt x="1871777" y="366817"/>
                      <a:pt x="1859807" y="366817"/>
                    </a:cubicBezTo>
                    <a:lnTo>
                      <a:pt x="21675" y="366817"/>
                    </a:lnTo>
                    <a:cubicBezTo>
                      <a:pt x="9704" y="366817"/>
                      <a:pt x="0" y="357113"/>
                      <a:pt x="0" y="345143"/>
                    </a:cubicBezTo>
                    <a:lnTo>
                      <a:pt x="0" y="21675"/>
                    </a:lnTo>
                    <a:cubicBezTo>
                      <a:pt x="0" y="9704"/>
                      <a:pt x="9704" y="0"/>
                      <a:pt x="216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881481" cy="4144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AutoShape 11"/>
            <p:cNvSpPr/>
            <p:nvPr/>
          </p:nvSpPr>
          <p:spPr>
            <a:xfrm flipV="1">
              <a:off x="578903" y="1624396"/>
              <a:ext cx="0" cy="1273095"/>
            </a:xfrm>
            <a:prstGeom prst="line">
              <a:avLst/>
            </a:prstGeom>
            <a:ln w="50800" cap="rnd">
              <a:solidFill>
                <a:srgbClr val="C7D2D9"/>
              </a:solidFill>
              <a:prstDash val="lgDash"/>
              <a:headEnd type="oval" w="lg" len="lg"/>
              <a:tailEnd type="oval" w="lg" len="lg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Freeform 12"/>
            <p:cNvSpPr/>
            <p:nvPr/>
          </p:nvSpPr>
          <p:spPr>
            <a:xfrm flipH="1">
              <a:off x="0" y="0"/>
              <a:ext cx="7746267" cy="1478833"/>
            </a:xfrm>
            <a:custGeom>
              <a:avLst/>
              <a:gdLst/>
              <a:ahLst/>
              <a:cxnLst/>
              <a:rect l="l" t="t" r="r" b="b"/>
              <a:pathLst>
                <a:path w="7746267" h="1478833">
                  <a:moveTo>
                    <a:pt x="7746267" y="0"/>
                  </a:moveTo>
                  <a:lnTo>
                    <a:pt x="0" y="0"/>
                  </a:lnTo>
                  <a:lnTo>
                    <a:pt x="0" y="1478833"/>
                  </a:lnTo>
                  <a:lnTo>
                    <a:pt x="7746267" y="1478833"/>
                  </a:lnTo>
                  <a:lnTo>
                    <a:pt x="7746267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47287" y="433981"/>
              <a:ext cx="3923165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Browse Food Items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97977" y="1733959"/>
              <a:ext cx="8001000" cy="1098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Users browse food listings by location or type, view item and pickup details, and claim donations with confirmation notifications.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280819" y="330065"/>
              <a:ext cx="920302" cy="920302"/>
            </a:xfrm>
            <a:custGeom>
              <a:avLst/>
              <a:gdLst/>
              <a:ahLst/>
              <a:cxnLst/>
              <a:rect l="l" t="t" r="r" b="b"/>
              <a:pathLst>
                <a:path w="920302" h="920302">
                  <a:moveTo>
                    <a:pt x="0" y="0"/>
                  </a:moveTo>
                  <a:lnTo>
                    <a:pt x="920302" y="0"/>
                  </a:lnTo>
                  <a:lnTo>
                    <a:pt x="920302" y="920303"/>
                  </a:lnTo>
                  <a:lnTo>
                    <a:pt x="0" y="920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6" name="Freeform 16"/>
          <p:cNvSpPr/>
          <p:nvPr/>
        </p:nvSpPr>
        <p:spPr>
          <a:xfrm rot="-792307">
            <a:off x="-383473" y="9325271"/>
            <a:ext cx="1933999" cy="1605219"/>
          </a:xfrm>
          <a:custGeom>
            <a:avLst/>
            <a:gdLst/>
            <a:ahLst/>
            <a:cxnLst/>
            <a:rect l="l" t="t" r="r" b="b"/>
            <a:pathLst>
              <a:path w="1933999" h="1605219">
                <a:moveTo>
                  <a:pt x="0" y="0"/>
                </a:moveTo>
                <a:lnTo>
                  <a:pt x="1933998" y="0"/>
                </a:lnTo>
                <a:lnTo>
                  <a:pt x="1933998" y="1605219"/>
                </a:lnTo>
                <a:lnTo>
                  <a:pt x="0" y="160521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7" name="Freeform 17"/>
          <p:cNvSpPr/>
          <p:nvPr/>
        </p:nvSpPr>
        <p:spPr>
          <a:xfrm>
            <a:off x="17066660" y="9125593"/>
            <a:ext cx="2442681" cy="1920558"/>
          </a:xfrm>
          <a:custGeom>
            <a:avLst/>
            <a:gdLst/>
            <a:ahLst/>
            <a:cxnLst/>
            <a:rect l="l" t="t" r="r" b="b"/>
            <a:pathLst>
              <a:path w="2442681" h="1920558">
                <a:moveTo>
                  <a:pt x="0" y="0"/>
                </a:moveTo>
                <a:lnTo>
                  <a:pt x="2442680" y="0"/>
                </a:lnTo>
                <a:lnTo>
                  <a:pt x="2442680" y="1920558"/>
                </a:lnTo>
                <a:lnTo>
                  <a:pt x="0" y="1920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8" name="Freeform 18"/>
          <p:cNvSpPr/>
          <p:nvPr/>
        </p:nvSpPr>
        <p:spPr>
          <a:xfrm rot="-7293705">
            <a:off x="8431235" y="2654381"/>
            <a:ext cx="3407940" cy="3153893"/>
          </a:xfrm>
          <a:custGeom>
            <a:avLst/>
            <a:gdLst/>
            <a:ahLst/>
            <a:cxnLst/>
            <a:rect l="l" t="t" r="r" b="b"/>
            <a:pathLst>
              <a:path w="3407940" h="3153893">
                <a:moveTo>
                  <a:pt x="0" y="0"/>
                </a:moveTo>
                <a:lnTo>
                  <a:pt x="3407940" y="0"/>
                </a:lnTo>
                <a:lnTo>
                  <a:pt x="3407940" y="3153893"/>
                </a:lnTo>
                <a:lnTo>
                  <a:pt x="0" y="3153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9" name="Freeform 19"/>
          <p:cNvSpPr/>
          <p:nvPr/>
        </p:nvSpPr>
        <p:spPr>
          <a:xfrm>
            <a:off x="9883522" y="5259244"/>
            <a:ext cx="381000" cy="285335"/>
          </a:xfrm>
          <a:custGeom>
            <a:avLst/>
            <a:gdLst/>
            <a:ahLst/>
            <a:cxnLst/>
            <a:rect l="l" t="t" r="r" b="b"/>
            <a:pathLst>
              <a:path w="381000" h="285335">
                <a:moveTo>
                  <a:pt x="0" y="0"/>
                </a:moveTo>
                <a:lnTo>
                  <a:pt x="381000" y="0"/>
                </a:lnTo>
                <a:lnTo>
                  <a:pt x="381000" y="285335"/>
                </a:lnTo>
                <a:lnTo>
                  <a:pt x="0" y="28533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0" name="Freeform 20"/>
          <p:cNvSpPr/>
          <p:nvPr/>
        </p:nvSpPr>
        <p:spPr>
          <a:xfrm>
            <a:off x="9883522" y="730691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grpSp>
        <p:nvGrpSpPr>
          <p:cNvPr id="21" name="Group 21"/>
          <p:cNvGrpSpPr/>
          <p:nvPr/>
        </p:nvGrpSpPr>
        <p:grpSpPr>
          <a:xfrm>
            <a:off x="1268730" y="2608865"/>
            <a:ext cx="7850422" cy="2582260"/>
            <a:chOff x="0" y="0"/>
            <a:chExt cx="10467229" cy="3443013"/>
          </a:xfrm>
        </p:grpSpPr>
        <p:sp>
          <p:nvSpPr>
            <p:cNvPr id="22" name="Freeform 22"/>
            <p:cNvSpPr/>
            <p:nvPr/>
          </p:nvSpPr>
          <p:spPr>
            <a:xfrm>
              <a:off x="942229" y="2351968"/>
              <a:ext cx="9525000" cy="1091045"/>
            </a:xfrm>
            <a:custGeom>
              <a:avLst/>
              <a:gdLst/>
              <a:ahLst/>
              <a:cxnLst/>
              <a:rect l="l" t="t" r="r" b="b"/>
              <a:pathLst>
                <a:path w="9525000" h="1091045">
                  <a:moveTo>
                    <a:pt x="0" y="0"/>
                  </a:moveTo>
                  <a:lnTo>
                    <a:pt x="9525000" y="0"/>
                  </a:lnTo>
                  <a:lnTo>
                    <a:pt x="9525000" y="1091045"/>
                  </a:lnTo>
                  <a:lnTo>
                    <a:pt x="0" y="1091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44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933681" y="1040479"/>
              <a:ext cx="9525000" cy="1857012"/>
              <a:chOff x="0" y="0"/>
              <a:chExt cx="1881481" cy="36681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881481" cy="366817"/>
              </a:xfrm>
              <a:custGeom>
                <a:avLst/>
                <a:gdLst/>
                <a:ahLst/>
                <a:cxnLst/>
                <a:rect l="l" t="t" r="r" b="b"/>
                <a:pathLst>
                  <a:path w="1881481" h="366817">
                    <a:moveTo>
                      <a:pt x="21675" y="0"/>
                    </a:moveTo>
                    <a:lnTo>
                      <a:pt x="1859807" y="0"/>
                    </a:lnTo>
                    <a:cubicBezTo>
                      <a:pt x="1871777" y="0"/>
                      <a:pt x="1881481" y="9704"/>
                      <a:pt x="1881481" y="21675"/>
                    </a:cubicBezTo>
                    <a:lnTo>
                      <a:pt x="1881481" y="345143"/>
                    </a:lnTo>
                    <a:cubicBezTo>
                      <a:pt x="1881481" y="357113"/>
                      <a:pt x="1871777" y="366817"/>
                      <a:pt x="1859807" y="366817"/>
                    </a:cubicBezTo>
                    <a:lnTo>
                      <a:pt x="21675" y="366817"/>
                    </a:lnTo>
                    <a:cubicBezTo>
                      <a:pt x="9704" y="366817"/>
                      <a:pt x="0" y="357113"/>
                      <a:pt x="0" y="345143"/>
                    </a:cubicBezTo>
                    <a:lnTo>
                      <a:pt x="0" y="21675"/>
                    </a:lnTo>
                    <a:cubicBezTo>
                      <a:pt x="0" y="9704"/>
                      <a:pt x="9704" y="0"/>
                      <a:pt x="216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47625"/>
                <a:ext cx="1881481" cy="4144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AutoShape 26"/>
            <p:cNvSpPr/>
            <p:nvPr/>
          </p:nvSpPr>
          <p:spPr>
            <a:xfrm flipV="1">
              <a:off x="578903" y="1624396"/>
              <a:ext cx="0" cy="1273095"/>
            </a:xfrm>
            <a:prstGeom prst="line">
              <a:avLst/>
            </a:prstGeom>
            <a:ln w="50800" cap="rnd">
              <a:solidFill>
                <a:srgbClr val="C7D2D9"/>
              </a:solidFill>
              <a:prstDash val="lgDash"/>
              <a:headEnd type="oval" w="lg" len="lg"/>
              <a:tailEnd type="oval" w="lg" len="lg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7"/>
            <p:cNvSpPr/>
            <p:nvPr/>
          </p:nvSpPr>
          <p:spPr>
            <a:xfrm flipH="1">
              <a:off x="0" y="0"/>
              <a:ext cx="7746267" cy="1478833"/>
            </a:xfrm>
            <a:custGeom>
              <a:avLst/>
              <a:gdLst/>
              <a:ahLst/>
              <a:cxnLst/>
              <a:rect l="l" t="t" r="r" b="b"/>
              <a:pathLst>
                <a:path w="7746267" h="1478833">
                  <a:moveTo>
                    <a:pt x="7746267" y="0"/>
                  </a:moveTo>
                  <a:lnTo>
                    <a:pt x="0" y="0"/>
                  </a:lnTo>
                  <a:lnTo>
                    <a:pt x="0" y="1478833"/>
                  </a:lnTo>
                  <a:lnTo>
                    <a:pt x="7746267" y="1478833"/>
                  </a:lnTo>
                  <a:lnTo>
                    <a:pt x="7746267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45377" y="203692"/>
              <a:ext cx="5307023" cy="11029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Register Users &amp; Privacy Settings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82664" y="159078"/>
              <a:ext cx="1160676" cy="1160676"/>
            </a:xfrm>
            <a:custGeom>
              <a:avLst/>
              <a:gdLst/>
              <a:ahLst/>
              <a:cxnLst/>
              <a:rect l="l" t="t" r="r" b="b"/>
              <a:pathLst>
                <a:path w="1160676" h="1160676">
                  <a:moveTo>
                    <a:pt x="0" y="0"/>
                  </a:moveTo>
                  <a:lnTo>
                    <a:pt x="1160676" y="0"/>
                  </a:lnTo>
                  <a:lnTo>
                    <a:pt x="1160676" y="1160676"/>
                  </a:lnTo>
                  <a:lnTo>
                    <a:pt x="0" y="1160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97977" y="1810159"/>
              <a:ext cx="8001000" cy="7300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Users register and control privacy/security settings (2FA, listing visibility) anytime from the dashboard.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62061" y="888079"/>
              <a:ext cx="1295846" cy="1196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7194"/>
                </a:lnSpc>
                <a:spcBef>
                  <a:spcPct val="0"/>
                </a:spcBef>
              </a:pPr>
              <a:r>
                <a:rPr lang="en-US" sz="5138" b="1">
                  <a:solidFill>
                    <a:srgbClr val="009D8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648908" y="4915151"/>
            <a:ext cx="7850422" cy="2582260"/>
            <a:chOff x="0" y="0"/>
            <a:chExt cx="10467229" cy="3443013"/>
          </a:xfrm>
        </p:grpSpPr>
        <p:sp>
          <p:nvSpPr>
            <p:cNvPr id="33" name="Freeform 33"/>
            <p:cNvSpPr/>
            <p:nvPr/>
          </p:nvSpPr>
          <p:spPr>
            <a:xfrm>
              <a:off x="942229" y="2351968"/>
              <a:ext cx="9525000" cy="1091045"/>
            </a:xfrm>
            <a:custGeom>
              <a:avLst/>
              <a:gdLst/>
              <a:ahLst/>
              <a:cxnLst/>
              <a:rect l="l" t="t" r="r" b="b"/>
              <a:pathLst>
                <a:path w="9525000" h="1091045">
                  <a:moveTo>
                    <a:pt x="0" y="0"/>
                  </a:moveTo>
                  <a:lnTo>
                    <a:pt x="9525000" y="0"/>
                  </a:lnTo>
                  <a:lnTo>
                    <a:pt x="9525000" y="1091045"/>
                  </a:lnTo>
                  <a:lnTo>
                    <a:pt x="0" y="1091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44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933681" y="1040479"/>
              <a:ext cx="9525000" cy="1857012"/>
              <a:chOff x="0" y="0"/>
              <a:chExt cx="1881481" cy="36681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881481" cy="366817"/>
              </a:xfrm>
              <a:custGeom>
                <a:avLst/>
                <a:gdLst/>
                <a:ahLst/>
                <a:cxnLst/>
                <a:rect l="l" t="t" r="r" b="b"/>
                <a:pathLst>
                  <a:path w="1881481" h="366817">
                    <a:moveTo>
                      <a:pt x="21675" y="0"/>
                    </a:moveTo>
                    <a:lnTo>
                      <a:pt x="1859807" y="0"/>
                    </a:lnTo>
                    <a:cubicBezTo>
                      <a:pt x="1871777" y="0"/>
                      <a:pt x="1881481" y="9704"/>
                      <a:pt x="1881481" y="21675"/>
                    </a:cubicBezTo>
                    <a:lnTo>
                      <a:pt x="1881481" y="345143"/>
                    </a:lnTo>
                    <a:cubicBezTo>
                      <a:pt x="1881481" y="357113"/>
                      <a:pt x="1871777" y="366817"/>
                      <a:pt x="1859807" y="366817"/>
                    </a:cubicBezTo>
                    <a:lnTo>
                      <a:pt x="21675" y="366817"/>
                    </a:lnTo>
                    <a:cubicBezTo>
                      <a:pt x="9704" y="366817"/>
                      <a:pt x="0" y="357113"/>
                      <a:pt x="0" y="345143"/>
                    </a:cubicBezTo>
                    <a:lnTo>
                      <a:pt x="0" y="21675"/>
                    </a:lnTo>
                    <a:cubicBezTo>
                      <a:pt x="0" y="9704"/>
                      <a:pt x="9704" y="0"/>
                      <a:pt x="216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881481" cy="4144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 flipV="1">
              <a:off x="578903" y="1624396"/>
              <a:ext cx="0" cy="1273095"/>
            </a:xfrm>
            <a:prstGeom prst="line">
              <a:avLst/>
            </a:prstGeom>
            <a:ln w="50800" cap="rnd">
              <a:solidFill>
                <a:srgbClr val="C7D2D9"/>
              </a:solidFill>
              <a:prstDash val="lgDash"/>
              <a:headEnd type="oval" w="lg" len="lg"/>
              <a:tailEnd type="oval" w="lg" len="lg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8"/>
            <p:cNvSpPr/>
            <p:nvPr/>
          </p:nvSpPr>
          <p:spPr>
            <a:xfrm flipH="1">
              <a:off x="0" y="0"/>
              <a:ext cx="7746267" cy="1478833"/>
            </a:xfrm>
            <a:custGeom>
              <a:avLst/>
              <a:gdLst/>
              <a:ahLst/>
              <a:cxnLst/>
              <a:rect l="l" t="t" r="r" b="b"/>
              <a:pathLst>
                <a:path w="7746267" h="1478833">
                  <a:moveTo>
                    <a:pt x="7746267" y="0"/>
                  </a:moveTo>
                  <a:lnTo>
                    <a:pt x="0" y="0"/>
                  </a:lnTo>
                  <a:lnTo>
                    <a:pt x="0" y="1478833"/>
                  </a:lnTo>
                  <a:lnTo>
                    <a:pt x="7746267" y="1478833"/>
                  </a:lnTo>
                  <a:lnTo>
                    <a:pt x="7746267" y="0"/>
                  </a:lnTo>
                  <a:close/>
                </a:path>
              </a:pathLst>
            </a:custGeom>
            <a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18253" y="433981"/>
              <a:ext cx="5307023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Manage Food Inventory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97977" y="1708559"/>
              <a:ext cx="8001000" cy="1098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Users track food items with expiry, quantity, and category, then edit, use, or convert them into donation listings or meal plans.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62061" y="888079"/>
              <a:ext cx="1295846" cy="1196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7194"/>
                </a:lnSpc>
                <a:spcBef>
                  <a:spcPct val="0"/>
                </a:spcBef>
              </a:pPr>
              <a:r>
                <a:rPr lang="en-US" sz="5138" b="1">
                  <a:solidFill>
                    <a:srgbClr val="10BB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9813972" y="5031695"/>
            <a:ext cx="790502" cy="827751"/>
          </a:xfrm>
          <a:custGeom>
            <a:avLst/>
            <a:gdLst/>
            <a:ahLst/>
            <a:cxnLst/>
            <a:rect l="l" t="t" r="r" b="b"/>
            <a:pathLst>
              <a:path w="790502" h="827751">
                <a:moveTo>
                  <a:pt x="0" y="0"/>
                </a:moveTo>
                <a:lnTo>
                  <a:pt x="790502" y="0"/>
                </a:lnTo>
                <a:lnTo>
                  <a:pt x="790502" y="827752"/>
                </a:lnTo>
                <a:lnTo>
                  <a:pt x="0" y="82775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3" name="TextBox 43"/>
          <p:cNvSpPr txBox="1"/>
          <p:nvPr/>
        </p:nvSpPr>
        <p:spPr>
          <a:xfrm>
            <a:off x="7899639" y="7612668"/>
            <a:ext cx="971885" cy="935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194"/>
              </a:lnSpc>
              <a:spcBef>
                <a:spcPct val="0"/>
              </a:spcBef>
            </a:pPr>
            <a:r>
              <a:rPr lang="en-US" sz="5138" b="1">
                <a:solidFill>
                  <a:srgbClr val="127043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943874" y="906264"/>
            <a:ext cx="1040025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Scope in this iteration</a:t>
            </a:r>
          </a:p>
        </p:txBody>
      </p:sp>
      <p:sp>
        <p:nvSpPr>
          <p:cNvPr id="45" name="Freeform 45"/>
          <p:cNvSpPr/>
          <p:nvPr/>
        </p:nvSpPr>
        <p:spPr>
          <a:xfrm>
            <a:off x="13240222" y="1722300"/>
            <a:ext cx="4259108" cy="2780036"/>
          </a:xfrm>
          <a:custGeom>
            <a:avLst/>
            <a:gdLst/>
            <a:ahLst/>
            <a:cxnLst/>
            <a:rect l="l" t="t" r="r" b="b"/>
            <a:pathLst>
              <a:path w="4259108" h="2780036">
                <a:moveTo>
                  <a:pt x="0" y="0"/>
                </a:moveTo>
                <a:lnTo>
                  <a:pt x="4259108" y="0"/>
                </a:lnTo>
                <a:lnTo>
                  <a:pt x="4259108" y="2780036"/>
                </a:lnTo>
                <a:lnTo>
                  <a:pt x="0" y="2780036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4050" y="9258300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100" y="0"/>
                </a:lnTo>
                <a:lnTo>
                  <a:pt x="19876100" y="9838669"/>
                </a:lnTo>
                <a:lnTo>
                  <a:pt x="0" y="9838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12666593" y="0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10039512">
            <a:off x="16115063" y="-726977"/>
            <a:ext cx="2619797" cy="2174432"/>
          </a:xfrm>
          <a:custGeom>
            <a:avLst/>
            <a:gdLst/>
            <a:ahLst/>
            <a:cxnLst/>
            <a:rect l="l" t="t" r="r" b="b"/>
            <a:pathLst>
              <a:path w="2619797" h="2174432">
                <a:moveTo>
                  <a:pt x="0" y="0"/>
                </a:moveTo>
                <a:lnTo>
                  <a:pt x="2619797" y="0"/>
                </a:lnTo>
                <a:lnTo>
                  <a:pt x="2619797" y="2174432"/>
                </a:lnTo>
                <a:lnTo>
                  <a:pt x="0" y="2174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-541489" y="-714509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6"/>
                </a:lnTo>
                <a:lnTo>
                  <a:pt x="0" y="21494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grpSp>
        <p:nvGrpSpPr>
          <p:cNvPr id="6" name="Group 6"/>
          <p:cNvGrpSpPr/>
          <p:nvPr/>
        </p:nvGrpSpPr>
        <p:grpSpPr>
          <a:xfrm>
            <a:off x="821232" y="2419198"/>
            <a:ext cx="16603729" cy="6128279"/>
            <a:chOff x="0" y="0"/>
            <a:chExt cx="22138305" cy="8171038"/>
          </a:xfrm>
        </p:grpSpPr>
        <p:sp>
          <p:nvSpPr>
            <p:cNvPr id="7" name="Freeform 7"/>
            <p:cNvSpPr/>
            <p:nvPr/>
          </p:nvSpPr>
          <p:spPr>
            <a:xfrm rot="-751423">
              <a:off x="3997087" y="3267168"/>
              <a:ext cx="4794243" cy="4436854"/>
            </a:xfrm>
            <a:custGeom>
              <a:avLst/>
              <a:gdLst/>
              <a:ahLst/>
              <a:cxnLst/>
              <a:rect l="l" t="t" r="r" b="b"/>
              <a:pathLst>
                <a:path w="4794243" h="4436854">
                  <a:moveTo>
                    <a:pt x="0" y="0"/>
                  </a:moveTo>
                  <a:lnTo>
                    <a:pt x="4794243" y="0"/>
                  </a:lnTo>
                  <a:lnTo>
                    <a:pt x="4794243" y="4436854"/>
                  </a:lnTo>
                  <a:lnTo>
                    <a:pt x="0" y="4436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2874289"/>
              <a:ext cx="6394209" cy="5296749"/>
              <a:chOff x="0" y="0"/>
              <a:chExt cx="1311815" cy="108666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11815" cy="1086664"/>
              </a:xfrm>
              <a:custGeom>
                <a:avLst/>
                <a:gdLst/>
                <a:ahLst/>
                <a:cxnLst/>
                <a:rect l="l" t="t" r="r" b="b"/>
                <a:pathLst>
                  <a:path w="1311815" h="1086664">
                    <a:moveTo>
                      <a:pt x="79272" y="0"/>
                    </a:moveTo>
                    <a:lnTo>
                      <a:pt x="1232543" y="0"/>
                    </a:lnTo>
                    <a:cubicBezTo>
                      <a:pt x="1253567" y="0"/>
                      <a:pt x="1273730" y="8352"/>
                      <a:pt x="1288597" y="23218"/>
                    </a:cubicBezTo>
                    <a:cubicBezTo>
                      <a:pt x="1303463" y="38085"/>
                      <a:pt x="1311815" y="58248"/>
                      <a:pt x="1311815" y="79272"/>
                    </a:cubicBezTo>
                    <a:lnTo>
                      <a:pt x="1311815" y="1007392"/>
                    </a:lnTo>
                    <a:cubicBezTo>
                      <a:pt x="1311815" y="1051172"/>
                      <a:pt x="1276323" y="1086664"/>
                      <a:pt x="1232543" y="1086664"/>
                    </a:cubicBezTo>
                    <a:lnTo>
                      <a:pt x="79272" y="1086664"/>
                    </a:lnTo>
                    <a:cubicBezTo>
                      <a:pt x="35491" y="1086664"/>
                      <a:pt x="0" y="1051172"/>
                      <a:pt x="0" y="1007392"/>
                    </a:cubicBezTo>
                    <a:lnTo>
                      <a:pt x="0" y="79272"/>
                    </a:lnTo>
                    <a:cubicBezTo>
                      <a:pt x="0" y="35491"/>
                      <a:pt x="35491" y="0"/>
                      <a:pt x="79272" y="0"/>
                    </a:cubicBezTo>
                    <a:close/>
                  </a:path>
                </a:pathLst>
              </a:custGeom>
              <a:solidFill>
                <a:srgbClr val="CFECF3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311815" cy="11438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635376" y="1090443"/>
              <a:ext cx="3094879" cy="3094879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40616" y="82374"/>
                    </a:lnTo>
                    <a:lnTo>
                      <a:pt x="693768" y="119032"/>
                    </a:lnTo>
                    <a:lnTo>
                      <a:pt x="730427" y="272184"/>
                    </a:lnTo>
                    <a:lnTo>
                      <a:pt x="812800" y="406400"/>
                    </a:lnTo>
                    <a:lnTo>
                      <a:pt x="730427" y="540616"/>
                    </a:lnTo>
                    <a:lnTo>
                      <a:pt x="693768" y="693768"/>
                    </a:lnTo>
                    <a:lnTo>
                      <a:pt x="540616" y="730427"/>
                    </a:lnTo>
                    <a:lnTo>
                      <a:pt x="406400" y="812800"/>
                    </a:lnTo>
                    <a:lnTo>
                      <a:pt x="272184" y="730427"/>
                    </a:lnTo>
                    <a:lnTo>
                      <a:pt x="119032" y="693768"/>
                    </a:lnTo>
                    <a:lnTo>
                      <a:pt x="82374" y="540616"/>
                    </a:lnTo>
                    <a:lnTo>
                      <a:pt x="0" y="406400"/>
                    </a:lnTo>
                    <a:lnTo>
                      <a:pt x="82374" y="272184"/>
                    </a:lnTo>
                    <a:lnTo>
                      <a:pt x="119032" y="119032"/>
                    </a:lnTo>
                    <a:lnTo>
                      <a:pt x="272184" y="82374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CFECF3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9700" y="82550"/>
                <a:ext cx="533400" cy="590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771394" y="913856"/>
              <a:ext cx="2851422" cy="2666079"/>
            </a:xfrm>
            <a:custGeom>
              <a:avLst/>
              <a:gdLst/>
              <a:ahLst/>
              <a:cxnLst/>
              <a:rect l="l" t="t" r="r" b="b"/>
              <a:pathLst>
                <a:path w="2851422" h="2666079">
                  <a:moveTo>
                    <a:pt x="0" y="0"/>
                  </a:moveTo>
                  <a:lnTo>
                    <a:pt x="2851421" y="0"/>
                  </a:lnTo>
                  <a:lnTo>
                    <a:pt x="2851421" y="2666079"/>
                  </a:lnTo>
                  <a:lnTo>
                    <a:pt x="0" y="26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7204" y="3398960"/>
              <a:ext cx="5491224" cy="441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36"/>
                </a:lnSpc>
              </a:pPr>
              <a:r>
                <a:rPr lang="en-US" sz="2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Frontend </a:t>
              </a:r>
            </a:p>
            <a:p>
              <a:pPr algn="ctr">
                <a:lnSpc>
                  <a:spcPts val="5776"/>
                </a:lnSpc>
              </a:pPr>
              <a:r>
                <a:rPr lang="en-US" sz="2888" b="1">
                  <a:solidFill>
                    <a:srgbClr val="1270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React.js</a:t>
              </a:r>
            </a:p>
            <a:p>
              <a:pPr marL="457324" lvl="1" indent="-228662" algn="l">
                <a:lnSpc>
                  <a:spcPts val="4236"/>
                </a:lnSpc>
                <a:buFont typeface="Arial"/>
                <a:buChar char="•"/>
              </a:pPr>
              <a:r>
                <a:rPr lang="en-US" sz="2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Component based UI</a:t>
              </a:r>
            </a:p>
            <a:p>
              <a:pPr marL="457324" lvl="1" indent="-228662" algn="l">
                <a:lnSpc>
                  <a:spcPts val="4236"/>
                </a:lnSpc>
                <a:buFont typeface="Arial"/>
                <a:buChar char="•"/>
              </a:pPr>
              <a:r>
                <a:rPr lang="en-US" sz="2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Client-side form validation</a:t>
              </a:r>
            </a:p>
            <a:p>
              <a:pPr marL="457324" lvl="1" indent="-228662" algn="l">
                <a:lnSpc>
                  <a:spcPts val="4236"/>
                </a:lnSpc>
                <a:buFont typeface="Arial"/>
                <a:buChar char="•"/>
              </a:pPr>
              <a:r>
                <a:rPr lang="en-US" sz="2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state management (hooks/context)</a:t>
              </a:r>
            </a:p>
          </p:txBody>
        </p:sp>
        <p:sp>
          <p:nvSpPr>
            <p:cNvPr id="16" name="Freeform 16"/>
            <p:cNvSpPr/>
            <p:nvPr/>
          </p:nvSpPr>
          <p:spPr>
            <a:xfrm rot="-4957491">
              <a:off x="12335268" y="3209061"/>
              <a:ext cx="4419007" cy="4089590"/>
            </a:xfrm>
            <a:custGeom>
              <a:avLst/>
              <a:gdLst/>
              <a:ahLst/>
              <a:cxnLst/>
              <a:rect l="l" t="t" r="r" b="b"/>
              <a:pathLst>
                <a:path w="4419007" h="4089590">
                  <a:moveTo>
                    <a:pt x="0" y="0"/>
                  </a:moveTo>
                  <a:lnTo>
                    <a:pt x="4419007" y="0"/>
                  </a:lnTo>
                  <a:lnTo>
                    <a:pt x="4419007" y="4089590"/>
                  </a:lnTo>
                  <a:lnTo>
                    <a:pt x="0" y="4089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7496974" y="2874289"/>
              <a:ext cx="6769283" cy="5296749"/>
              <a:chOff x="0" y="0"/>
              <a:chExt cx="1388764" cy="108666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388764" cy="1086664"/>
              </a:xfrm>
              <a:custGeom>
                <a:avLst/>
                <a:gdLst/>
                <a:ahLst/>
                <a:cxnLst/>
                <a:rect l="l" t="t" r="r" b="b"/>
                <a:pathLst>
                  <a:path w="1388764" h="1086664">
                    <a:moveTo>
                      <a:pt x="74880" y="0"/>
                    </a:moveTo>
                    <a:lnTo>
                      <a:pt x="1313884" y="0"/>
                    </a:lnTo>
                    <a:cubicBezTo>
                      <a:pt x="1333743" y="0"/>
                      <a:pt x="1352789" y="7889"/>
                      <a:pt x="1366832" y="21932"/>
                    </a:cubicBezTo>
                    <a:cubicBezTo>
                      <a:pt x="1380875" y="35974"/>
                      <a:pt x="1388764" y="55020"/>
                      <a:pt x="1388764" y="74880"/>
                    </a:cubicBezTo>
                    <a:lnTo>
                      <a:pt x="1388764" y="1011784"/>
                    </a:lnTo>
                    <a:cubicBezTo>
                      <a:pt x="1388764" y="1031643"/>
                      <a:pt x="1380875" y="1050689"/>
                      <a:pt x="1366832" y="1064732"/>
                    </a:cubicBezTo>
                    <a:cubicBezTo>
                      <a:pt x="1352789" y="1078775"/>
                      <a:pt x="1333743" y="1086664"/>
                      <a:pt x="1313884" y="1086664"/>
                    </a:cubicBezTo>
                    <a:lnTo>
                      <a:pt x="74880" y="1086664"/>
                    </a:lnTo>
                    <a:cubicBezTo>
                      <a:pt x="55020" y="1086664"/>
                      <a:pt x="35974" y="1078775"/>
                      <a:pt x="21932" y="1064732"/>
                    </a:cubicBezTo>
                    <a:cubicBezTo>
                      <a:pt x="7889" y="1050689"/>
                      <a:pt x="0" y="1031643"/>
                      <a:pt x="0" y="1011784"/>
                    </a:cubicBezTo>
                    <a:lnTo>
                      <a:pt x="0" y="74880"/>
                    </a:lnTo>
                    <a:cubicBezTo>
                      <a:pt x="0" y="55020"/>
                      <a:pt x="7889" y="35974"/>
                      <a:pt x="21932" y="21932"/>
                    </a:cubicBezTo>
                    <a:cubicBezTo>
                      <a:pt x="35974" y="7889"/>
                      <a:pt x="55020" y="0"/>
                      <a:pt x="74880" y="0"/>
                    </a:cubicBezTo>
                    <a:close/>
                  </a:path>
                </a:pathLst>
              </a:custGeom>
              <a:solidFill>
                <a:srgbClr val="C2E9FF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1388764" cy="11438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334176" y="1090443"/>
              <a:ext cx="3094879" cy="3094879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40616" y="82374"/>
                    </a:lnTo>
                    <a:lnTo>
                      <a:pt x="693768" y="119032"/>
                    </a:lnTo>
                    <a:lnTo>
                      <a:pt x="730427" y="272184"/>
                    </a:lnTo>
                    <a:lnTo>
                      <a:pt x="812800" y="406400"/>
                    </a:lnTo>
                    <a:lnTo>
                      <a:pt x="730427" y="540616"/>
                    </a:lnTo>
                    <a:lnTo>
                      <a:pt x="693768" y="693768"/>
                    </a:lnTo>
                    <a:lnTo>
                      <a:pt x="540616" y="730427"/>
                    </a:lnTo>
                    <a:lnTo>
                      <a:pt x="406400" y="812800"/>
                    </a:lnTo>
                    <a:lnTo>
                      <a:pt x="272184" y="730427"/>
                    </a:lnTo>
                    <a:lnTo>
                      <a:pt x="119032" y="693768"/>
                    </a:lnTo>
                    <a:lnTo>
                      <a:pt x="82374" y="540616"/>
                    </a:lnTo>
                    <a:lnTo>
                      <a:pt x="0" y="406400"/>
                    </a:lnTo>
                    <a:lnTo>
                      <a:pt x="82374" y="272184"/>
                    </a:lnTo>
                    <a:lnTo>
                      <a:pt x="119032" y="119032"/>
                    </a:lnTo>
                    <a:lnTo>
                      <a:pt x="272184" y="82374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C2E9FF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39700" y="82550"/>
                <a:ext cx="533400" cy="590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9746969" y="0"/>
              <a:ext cx="2269294" cy="3518286"/>
            </a:xfrm>
            <a:custGeom>
              <a:avLst/>
              <a:gdLst/>
              <a:ahLst/>
              <a:cxnLst/>
              <a:rect l="l" t="t" r="r" b="b"/>
              <a:pathLst>
                <a:path w="2269294" h="3518286">
                  <a:moveTo>
                    <a:pt x="0" y="0"/>
                  </a:moveTo>
                  <a:lnTo>
                    <a:pt x="2269294" y="0"/>
                  </a:lnTo>
                  <a:lnTo>
                    <a:pt x="2269294" y="3518286"/>
                  </a:lnTo>
                  <a:lnTo>
                    <a:pt x="0" y="3518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69803" y="3409103"/>
              <a:ext cx="6223624" cy="441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36"/>
                </a:lnSpc>
              </a:pPr>
              <a:r>
                <a:rPr lang="en-US" sz="2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Backend </a:t>
              </a:r>
            </a:p>
            <a:p>
              <a:pPr algn="ctr">
                <a:lnSpc>
                  <a:spcPts val="5776"/>
                </a:lnSpc>
              </a:pPr>
              <a:r>
                <a:rPr lang="en-US" sz="2888" b="1">
                  <a:solidFill>
                    <a:srgbClr val="1270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Spring Java</a:t>
              </a:r>
            </a:p>
            <a:p>
              <a:pPr marL="457324" lvl="1" indent="-228662" algn="l">
                <a:lnSpc>
                  <a:spcPts val="4236"/>
                </a:lnSpc>
                <a:buFont typeface="Arial"/>
                <a:buChar char="•"/>
              </a:pPr>
              <a:r>
                <a:rPr lang="en-US" sz="2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RESTful APIs</a:t>
              </a:r>
            </a:p>
            <a:p>
              <a:pPr marL="457324" lvl="1" indent="-228662" algn="l">
                <a:lnSpc>
                  <a:spcPts val="4236"/>
                </a:lnSpc>
                <a:buFont typeface="Arial"/>
                <a:buChar char="•"/>
              </a:pPr>
              <a:r>
                <a:rPr lang="en-US" sz="2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Business Logic and Auth (2FA)</a:t>
              </a:r>
            </a:p>
            <a:p>
              <a:pPr marL="457324" lvl="1" indent="-228662" algn="l">
                <a:lnSpc>
                  <a:spcPts val="4236"/>
                </a:lnSpc>
                <a:buFont typeface="Arial"/>
                <a:buChar char="•"/>
              </a:pPr>
              <a:r>
                <a:rPr lang="en-US" sz="2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Layered service/controller design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5369023" y="2874289"/>
              <a:ext cx="6769283" cy="5296749"/>
              <a:chOff x="0" y="0"/>
              <a:chExt cx="1388764" cy="108666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388764" cy="1086664"/>
              </a:xfrm>
              <a:custGeom>
                <a:avLst/>
                <a:gdLst/>
                <a:ahLst/>
                <a:cxnLst/>
                <a:rect l="l" t="t" r="r" b="b"/>
                <a:pathLst>
                  <a:path w="1388764" h="1086664">
                    <a:moveTo>
                      <a:pt x="74880" y="0"/>
                    </a:moveTo>
                    <a:lnTo>
                      <a:pt x="1313884" y="0"/>
                    </a:lnTo>
                    <a:cubicBezTo>
                      <a:pt x="1333743" y="0"/>
                      <a:pt x="1352789" y="7889"/>
                      <a:pt x="1366832" y="21932"/>
                    </a:cubicBezTo>
                    <a:cubicBezTo>
                      <a:pt x="1380875" y="35974"/>
                      <a:pt x="1388764" y="55020"/>
                      <a:pt x="1388764" y="74880"/>
                    </a:cubicBezTo>
                    <a:lnTo>
                      <a:pt x="1388764" y="1011784"/>
                    </a:lnTo>
                    <a:cubicBezTo>
                      <a:pt x="1388764" y="1031643"/>
                      <a:pt x="1380875" y="1050689"/>
                      <a:pt x="1366832" y="1064732"/>
                    </a:cubicBezTo>
                    <a:cubicBezTo>
                      <a:pt x="1352789" y="1078775"/>
                      <a:pt x="1333743" y="1086664"/>
                      <a:pt x="1313884" y="1086664"/>
                    </a:cubicBezTo>
                    <a:lnTo>
                      <a:pt x="74880" y="1086664"/>
                    </a:lnTo>
                    <a:cubicBezTo>
                      <a:pt x="55020" y="1086664"/>
                      <a:pt x="35974" y="1078775"/>
                      <a:pt x="21932" y="1064732"/>
                    </a:cubicBezTo>
                    <a:cubicBezTo>
                      <a:pt x="7889" y="1050689"/>
                      <a:pt x="0" y="1031643"/>
                      <a:pt x="0" y="1011784"/>
                    </a:cubicBezTo>
                    <a:lnTo>
                      <a:pt x="0" y="74880"/>
                    </a:lnTo>
                    <a:cubicBezTo>
                      <a:pt x="0" y="55020"/>
                      <a:pt x="7889" y="35974"/>
                      <a:pt x="21932" y="21932"/>
                    </a:cubicBezTo>
                    <a:cubicBezTo>
                      <a:pt x="35974" y="7889"/>
                      <a:pt x="55020" y="0"/>
                      <a:pt x="74880" y="0"/>
                    </a:cubicBezTo>
                    <a:close/>
                  </a:path>
                </a:pathLst>
              </a:custGeom>
              <a:solidFill>
                <a:srgbClr val="C2DCFF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57150"/>
                <a:ext cx="1388764" cy="11438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7206224" y="1090443"/>
              <a:ext cx="3094879" cy="3094879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40616" y="82374"/>
                    </a:lnTo>
                    <a:lnTo>
                      <a:pt x="693768" y="119032"/>
                    </a:lnTo>
                    <a:lnTo>
                      <a:pt x="730427" y="272184"/>
                    </a:lnTo>
                    <a:lnTo>
                      <a:pt x="812800" y="406400"/>
                    </a:lnTo>
                    <a:lnTo>
                      <a:pt x="730427" y="540616"/>
                    </a:lnTo>
                    <a:lnTo>
                      <a:pt x="693768" y="693768"/>
                    </a:lnTo>
                    <a:lnTo>
                      <a:pt x="540616" y="730427"/>
                    </a:lnTo>
                    <a:lnTo>
                      <a:pt x="406400" y="812800"/>
                    </a:lnTo>
                    <a:lnTo>
                      <a:pt x="272184" y="730427"/>
                    </a:lnTo>
                    <a:lnTo>
                      <a:pt x="119032" y="693768"/>
                    </a:lnTo>
                    <a:lnTo>
                      <a:pt x="82374" y="540616"/>
                    </a:lnTo>
                    <a:lnTo>
                      <a:pt x="0" y="406400"/>
                    </a:lnTo>
                    <a:lnTo>
                      <a:pt x="82374" y="272184"/>
                    </a:lnTo>
                    <a:lnTo>
                      <a:pt x="119032" y="119032"/>
                    </a:lnTo>
                    <a:lnTo>
                      <a:pt x="272184" y="82374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C2DCFF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39700" y="82550"/>
                <a:ext cx="533400" cy="590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17370598" y="705814"/>
              <a:ext cx="2589523" cy="2616497"/>
            </a:xfrm>
            <a:custGeom>
              <a:avLst/>
              <a:gdLst/>
              <a:ahLst/>
              <a:cxnLst/>
              <a:rect l="l" t="t" r="r" b="b"/>
              <a:pathLst>
                <a:path w="2589523" h="2616497">
                  <a:moveTo>
                    <a:pt x="0" y="0"/>
                  </a:moveTo>
                  <a:lnTo>
                    <a:pt x="2589523" y="0"/>
                  </a:lnTo>
                  <a:lnTo>
                    <a:pt x="2589523" y="2616497"/>
                  </a:lnTo>
                  <a:lnTo>
                    <a:pt x="0" y="2616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641852" y="3409103"/>
              <a:ext cx="6223624" cy="4418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36"/>
                </a:lnSpc>
              </a:pPr>
              <a:r>
                <a:rPr lang="en-US" sz="2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Database</a:t>
              </a:r>
            </a:p>
            <a:p>
              <a:pPr algn="ctr">
                <a:lnSpc>
                  <a:spcPts val="5776"/>
                </a:lnSpc>
              </a:pPr>
              <a:r>
                <a:rPr lang="en-US" sz="2888" b="1">
                  <a:solidFill>
                    <a:srgbClr val="1270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PostgreSQL</a:t>
              </a:r>
            </a:p>
            <a:p>
              <a:pPr marL="457324" lvl="1" indent="-228662" algn="l">
                <a:lnSpc>
                  <a:spcPts val="4236"/>
                </a:lnSpc>
                <a:buFont typeface="Arial"/>
                <a:buChar char="•"/>
              </a:pPr>
              <a:r>
                <a:rPr lang="en-US" sz="2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Relational Schema</a:t>
              </a:r>
            </a:p>
            <a:p>
              <a:pPr marL="457324" lvl="1" indent="-228662" algn="l">
                <a:lnSpc>
                  <a:spcPts val="4236"/>
                </a:lnSpc>
                <a:buFont typeface="Arial"/>
                <a:buChar char="•"/>
              </a:pPr>
              <a:r>
                <a:rPr lang="en-US" sz="2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Users, inventory, listings, notifications</a:t>
              </a:r>
            </a:p>
            <a:p>
              <a:pPr marL="457324" lvl="1" indent="-228662" algn="l">
                <a:lnSpc>
                  <a:spcPts val="4236"/>
                </a:lnSpc>
                <a:buFont typeface="Arial"/>
                <a:buChar char="•"/>
              </a:pPr>
              <a:r>
                <a:rPr lang="en-US" sz="2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integrity via constraints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943874" y="445614"/>
            <a:ext cx="1040025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System Architecture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9074" y="-8478343"/>
            <a:ext cx="19206147" cy="9507043"/>
          </a:xfrm>
          <a:custGeom>
            <a:avLst/>
            <a:gdLst/>
            <a:ahLst/>
            <a:cxnLst/>
            <a:rect l="l" t="t" r="r" b="b"/>
            <a:pathLst>
              <a:path w="19206147" h="9507043">
                <a:moveTo>
                  <a:pt x="0" y="0"/>
                </a:moveTo>
                <a:lnTo>
                  <a:pt x="19206148" y="0"/>
                </a:lnTo>
                <a:lnTo>
                  <a:pt x="19206148" y="9507043"/>
                </a:lnTo>
                <a:lnTo>
                  <a:pt x="0" y="9507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5221925" y="144936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-3685701">
            <a:off x="16407546" y="8027448"/>
            <a:ext cx="3158483" cy="2621541"/>
          </a:xfrm>
          <a:custGeom>
            <a:avLst/>
            <a:gdLst/>
            <a:ahLst/>
            <a:cxnLst/>
            <a:rect l="l" t="t" r="r" b="b"/>
            <a:pathLst>
              <a:path w="3158483" h="2621541">
                <a:moveTo>
                  <a:pt x="0" y="0"/>
                </a:moveTo>
                <a:lnTo>
                  <a:pt x="3158483" y="0"/>
                </a:lnTo>
                <a:lnTo>
                  <a:pt x="3158483" y="2621541"/>
                </a:lnTo>
                <a:lnTo>
                  <a:pt x="0" y="2621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-296857" y="9258300"/>
            <a:ext cx="1178647" cy="1269068"/>
          </a:xfrm>
          <a:custGeom>
            <a:avLst/>
            <a:gdLst/>
            <a:ahLst/>
            <a:cxnLst/>
            <a:rect l="l" t="t" r="r" b="b"/>
            <a:pathLst>
              <a:path w="1178647" h="1269068">
                <a:moveTo>
                  <a:pt x="0" y="0"/>
                </a:moveTo>
                <a:lnTo>
                  <a:pt x="1178647" y="0"/>
                </a:lnTo>
                <a:lnTo>
                  <a:pt x="1178647" y="1269068"/>
                </a:lnTo>
                <a:lnTo>
                  <a:pt x="0" y="1269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 rot="-4877266">
            <a:off x="8711416" y="2790331"/>
            <a:ext cx="3787391" cy="3503337"/>
          </a:xfrm>
          <a:custGeom>
            <a:avLst/>
            <a:gdLst/>
            <a:ahLst/>
            <a:cxnLst/>
            <a:rect l="l" t="t" r="r" b="b"/>
            <a:pathLst>
              <a:path w="3787391" h="3503337">
                <a:moveTo>
                  <a:pt x="0" y="0"/>
                </a:moveTo>
                <a:lnTo>
                  <a:pt x="3787391" y="0"/>
                </a:lnTo>
                <a:lnTo>
                  <a:pt x="3787391" y="3503337"/>
                </a:lnTo>
                <a:lnTo>
                  <a:pt x="0" y="35033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TextBox 7"/>
          <p:cNvSpPr txBox="1"/>
          <p:nvPr/>
        </p:nvSpPr>
        <p:spPr>
          <a:xfrm>
            <a:off x="5781249" y="509587"/>
            <a:ext cx="67255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Working Prototype</a:t>
            </a:r>
          </a:p>
        </p:txBody>
      </p:sp>
      <p:sp>
        <p:nvSpPr>
          <p:cNvPr id="8" name="Freeform 8"/>
          <p:cNvSpPr/>
          <p:nvPr/>
        </p:nvSpPr>
        <p:spPr>
          <a:xfrm>
            <a:off x="6447787" y="6322134"/>
            <a:ext cx="10620317" cy="3186095"/>
          </a:xfrm>
          <a:custGeom>
            <a:avLst/>
            <a:gdLst/>
            <a:ahLst/>
            <a:cxnLst/>
            <a:rect l="l" t="t" r="r" b="b"/>
            <a:pathLst>
              <a:path w="10620317" h="3186095">
                <a:moveTo>
                  <a:pt x="0" y="0"/>
                </a:moveTo>
                <a:lnTo>
                  <a:pt x="10620317" y="0"/>
                </a:lnTo>
                <a:lnTo>
                  <a:pt x="10620317" y="3186095"/>
                </a:lnTo>
                <a:lnTo>
                  <a:pt x="0" y="31860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Freeform 9"/>
          <p:cNvSpPr/>
          <p:nvPr/>
        </p:nvSpPr>
        <p:spPr>
          <a:xfrm>
            <a:off x="717546" y="1865719"/>
            <a:ext cx="8675627" cy="4148034"/>
          </a:xfrm>
          <a:custGeom>
            <a:avLst/>
            <a:gdLst/>
            <a:ahLst/>
            <a:cxnLst/>
            <a:rect l="l" t="t" r="r" b="b"/>
            <a:pathLst>
              <a:path w="8675627" h="4148034">
                <a:moveTo>
                  <a:pt x="0" y="0"/>
                </a:moveTo>
                <a:lnTo>
                  <a:pt x="8675628" y="0"/>
                </a:lnTo>
                <a:lnTo>
                  <a:pt x="8675628" y="4148034"/>
                </a:lnTo>
                <a:lnTo>
                  <a:pt x="0" y="414803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TextBox 10"/>
          <p:cNvSpPr txBox="1"/>
          <p:nvPr/>
        </p:nvSpPr>
        <p:spPr>
          <a:xfrm>
            <a:off x="4089456" y="1910433"/>
            <a:ext cx="338358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Pagination 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51413" y="6810705"/>
            <a:ext cx="338358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Pagination 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67D2BC-A9F7-042B-4786-C979313E7178}"/>
              </a:ext>
            </a:extLst>
          </p:cNvPr>
          <p:cNvSpPr txBox="1"/>
          <p:nvPr/>
        </p:nvSpPr>
        <p:spPr>
          <a:xfrm>
            <a:off x="10820400" y="3083049"/>
            <a:ext cx="10181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https://www.youtube.com/watch?v=X830Vtpmzl4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9074" y="9208061"/>
            <a:ext cx="19206147" cy="9507043"/>
          </a:xfrm>
          <a:custGeom>
            <a:avLst/>
            <a:gdLst/>
            <a:ahLst/>
            <a:cxnLst/>
            <a:rect l="l" t="t" r="r" b="b"/>
            <a:pathLst>
              <a:path w="19206147" h="9507043">
                <a:moveTo>
                  <a:pt x="0" y="0"/>
                </a:moveTo>
                <a:lnTo>
                  <a:pt x="19206148" y="0"/>
                </a:lnTo>
                <a:lnTo>
                  <a:pt x="19206148" y="9507043"/>
                </a:lnTo>
                <a:lnTo>
                  <a:pt x="0" y="9507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5221925" y="144936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8163817">
            <a:off x="-1078083" y="-810708"/>
            <a:ext cx="3158483" cy="2621541"/>
          </a:xfrm>
          <a:custGeom>
            <a:avLst/>
            <a:gdLst/>
            <a:ahLst/>
            <a:cxnLst/>
            <a:rect l="l" t="t" r="r" b="b"/>
            <a:pathLst>
              <a:path w="3158483" h="2621541">
                <a:moveTo>
                  <a:pt x="0" y="0"/>
                </a:moveTo>
                <a:lnTo>
                  <a:pt x="3158483" y="0"/>
                </a:lnTo>
                <a:lnTo>
                  <a:pt x="3158483" y="2621541"/>
                </a:lnTo>
                <a:lnTo>
                  <a:pt x="0" y="2621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 rot="-6251576">
            <a:off x="9593111" y="3351116"/>
            <a:ext cx="3787391" cy="3503337"/>
          </a:xfrm>
          <a:custGeom>
            <a:avLst/>
            <a:gdLst/>
            <a:ahLst/>
            <a:cxnLst/>
            <a:rect l="l" t="t" r="r" b="b"/>
            <a:pathLst>
              <a:path w="3787391" h="3503337">
                <a:moveTo>
                  <a:pt x="0" y="0"/>
                </a:moveTo>
                <a:lnTo>
                  <a:pt x="3787391" y="0"/>
                </a:lnTo>
                <a:lnTo>
                  <a:pt x="3787391" y="3503337"/>
                </a:lnTo>
                <a:lnTo>
                  <a:pt x="0" y="35033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>
            <a:off x="1028700" y="2837404"/>
            <a:ext cx="8676727" cy="3058546"/>
          </a:xfrm>
          <a:custGeom>
            <a:avLst/>
            <a:gdLst/>
            <a:ahLst/>
            <a:cxnLst/>
            <a:rect l="l" t="t" r="r" b="b"/>
            <a:pathLst>
              <a:path w="8676727" h="3058546">
                <a:moveTo>
                  <a:pt x="0" y="0"/>
                </a:moveTo>
                <a:lnTo>
                  <a:pt x="8676727" y="0"/>
                </a:lnTo>
                <a:lnTo>
                  <a:pt x="8676727" y="3058547"/>
                </a:lnTo>
                <a:lnTo>
                  <a:pt x="0" y="30585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>
            <a:off x="6956198" y="6418624"/>
            <a:ext cx="10730240" cy="2266763"/>
          </a:xfrm>
          <a:custGeom>
            <a:avLst/>
            <a:gdLst/>
            <a:ahLst/>
            <a:cxnLst/>
            <a:rect l="l" t="t" r="r" b="b"/>
            <a:pathLst>
              <a:path w="10730240" h="2266763">
                <a:moveTo>
                  <a:pt x="0" y="0"/>
                </a:moveTo>
                <a:lnTo>
                  <a:pt x="10730240" y="0"/>
                </a:lnTo>
                <a:lnTo>
                  <a:pt x="10730240" y="2266763"/>
                </a:lnTo>
                <a:lnTo>
                  <a:pt x="0" y="22667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TextBox 8"/>
          <p:cNvSpPr txBox="1"/>
          <p:nvPr/>
        </p:nvSpPr>
        <p:spPr>
          <a:xfrm>
            <a:off x="5781249" y="509587"/>
            <a:ext cx="67255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Working Prototype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51413" y="6501691"/>
            <a:ext cx="3549978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Filtered Category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96544" y="2912371"/>
            <a:ext cx="338358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All Category</a:t>
            </a:r>
          </a:p>
        </p:txBody>
      </p:sp>
      <p:sp>
        <p:nvSpPr>
          <p:cNvPr id="11" name="Freeform 11"/>
          <p:cNvSpPr/>
          <p:nvPr/>
        </p:nvSpPr>
        <p:spPr>
          <a:xfrm>
            <a:off x="17744823" y="-535076"/>
            <a:ext cx="1178647" cy="1269068"/>
          </a:xfrm>
          <a:custGeom>
            <a:avLst/>
            <a:gdLst/>
            <a:ahLst/>
            <a:cxnLst/>
            <a:rect l="l" t="t" r="r" b="b"/>
            <a:pathLst>
              <a:path w="1178647" h="1269068">
                <a:moveTo>
                  <a:pt x="0" y="0"/>
                </a:moveTo>
                <a:lnTo>
                  <a:pt x="1178647" y="0"/>
                </a:lnTo>
                <a:lnTo>
                  <a:pt x="1178647" y="1269068"/>
                </a:lnTo>
                <a:lnTo>
                  <a:pt x="0" y="12690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9074" y="-8478343"/>
            <a:ext cx="19206147" cy="9507043"/>
          </a:xfrm>
          <a:custGeom>
            <a:avLst/>
            <a:gdLst/>
            <a:ahLst/>
            <a:cxnLst/>
            <a:rect l="l" t="t" r="r" b="b"/>
            <a:pathLst>
              <a:path w="19206147" h="9507043">
                <a:moveTo>
                  <a:pt x="0" y="0"/>
                </a:moveTo>
                <a:lnTo>
                  <a:pt x="19206148" y="0"/>
                </a:lnTo>
                <a:lnTo>
                  <a:pt x="19206148" y="9507043"/>
                </a:lnTo>
                <a:lnTo>
                  <a:pt x="0" y="9507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5221925" y="144936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-3685701">
            <a:off x="16407546" y="8027448"/>
            <a:ext cx="3158483" cy="2621541"/>
          </a:xfrm>
          <a:custGeom>
            <a:avLst/>
            <a:gdLst/>
            <a:ahLst/>
            <a:cxnLst/>
            <a:rect l="l" t="t" r="r" b="b"/>
            <a:pathLst>
              <a:path w="3158483" h="2621541">
                <a:moveTo>
                  <a:pt x="0" y="0"/>
                </a:moveTo>
                <a:lnTo>
                  <a:pt x="3158483" y="0"/>
                </a:lnTo>
                <a:lnTo>
                  <a:pt x="3158483" y="2621541"/>
                </a:lnTo>
                <a:lnTo>
                  <a:pt x="0" y="2621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-296857" y="9258300"/>
            <a:ext cx="1178647" cy="1269068"/>
          </a:xfrm>
          <a:custGeom>
            <a:avLst/>
            <a:gdLst/>
            <a:ahLst/>
            <a:cxnLst/>
            <a:rect l="l" t="t" r="r" b="b"/>
            <a:pathLst>
              <a:path w="1178647" h="1269068">
                <a:moveTo>
                  <a:pt x="0" y="0"/>
                </a:moveTo>
                <a:lnTo>
                  <a:pt x="1178647" y="0"/>
                </a:lnTo>
                <a:lnTo>
                  <a:pt x="1178647" y="1269068"/>
                </a:lnTo>
                <a:lnTo>
                  <a:pt x="0" y="1269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>
            <a:off x="292467" y="1909242"/>
            <a:ext cx="13084230" cy="6468516"/>
          </a:xfrm>
          <a:custGeom>
            <a:avLst/>
            <a:gdLst/>
            <a:ahLst/>
            <a:cxnLst/>
            <a:rect l="l" t="t" r="r" b="b"/>
            <a:pathLst>
              <a:path w="13084230" h="6468516">
                <a:moveTo>
                  <a:pt x="0" y="0"/>
                </a:moveTo>
                <a:lnTo>
                  <a:pt x="13084230" y="0"/>
                </a:lnTo>
                <a:lnTo>
                  <a:pt x="13084230" y="6468516"/>
                </a:lnTo>
                <a:lnTo>
                  <a:pt x="0" y="64685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TextBox 7"/>
          <p:cNvSpPr txBox="1"/>
          <p:nvPr/>
        </p:nvSpPr>
        <p:spPr>
          <a:xfrm>
            <a:off x="5781249" y="509587"/>
            <a:ext cx="785468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Working Prototype-03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69397" y="8234883"/>
            <a:ext cx="453458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Listed all browse items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4050" y="9258300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100" y="0"/>
                </a:lnTo>
                <a:lnTo>
                  <a:pt x="19876100" y="9838669"/>
                </a:lnTo>
                <a:lnTo>
                  <a:pt x="0" y="9838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12666593" y="0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10039512">
            <a:off x="16115063" y="-726977"/>
            <a:ext cx="2619797" cy="2174432"/>
          </a:xfrm>
          <a:custGeom>
            <a:avLst/>
            <a:gdLst/>
            <a:ahLst/>
            <a:cxnLst/>
            <a:rect l="l" t="t" r="r" b="b"/>
            <a:pathLst>
              <a:path w="2619797" h="2174432">
                <a:moveTo>
                  <a:pt x="0" y="0"/>
                </a:moveTo>
                <a:lnTo>
                  <a:pt x="2619797" y="0"/>
                </a:lnTo>
                <a:lnTo>
                  <a:pt x="2619797" y="2174432"/>
                </a:lnTo>
                <a:lnTo>
                  <a:pt x="0" y="2174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-541489" y="-714509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6"/>
                </a:lnTo>
                <a:lnTo>
                  <a:pt x="0" y="21494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 rot="-4877266">
            <a:off x="10721690" y="4016463"/>
            <a:ext cx="2405284" cy="2224888"/>
          </a:xfrm>
          <a:custGeom>
            <a:avLst/>
            <a:gdLst/>
            <a:ahLst/>
            <a:cxnLst/>
            <a:rect l="l" t="t" r="r" b="b"/>
            <a:pathLst>
              <a:path w="2405284" h="2224888">
                <a:moveTo>
                  <a:pt x="0" y="0"/>
                </a:moveTo>
                <a:lnTo>
                  <a:pt x="2405284" y="0"/>
                </a:lnTo>
                <a:lnTo>
                  <a:pt x="2405284" y="2224887"/>
                </a:lnTo>
                <a:lnTo>
                  <a:pt x="0" y="2224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>
            <a:off x="8396463" y="5869512"/>
            <a:ext cx="9099584" cy="2792435"/>
          </a:xfrm>
          <a:custGeom>
            <a:avLst/>
            <a:gdLst/>
            <a:ahLst/>
            <a:cxnLst/>
            <a:rect l="l" t="t" r="r" b="b"/>
            <a:pathLst>
              <a:path w="9099584" h="2792435">
                <a:moveTo>
                  <a:pt x="0" y="0"/>
                </a:moveTo>
                <a:lnTo>
                  <a:pt x="9099584" y="0"/>
                </a:lnTo>
                <a:lnTo>
                  <a:pt x="9099584" y="2792434"/>
                </a:lnTo>
                <a:lnTo>
                  <a:pt x="0" y="27924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>
            <a:off x="1028700" y="3128863"/>
            <a:ext cx="12037613" cy="1439526"/>
          </a:xfrm>
          <a:custGeom>
            <a:avLst/>
            <a:gdLst/>
            <a:ahLst/>
            <a:cxnLst/>
            <a:rect l="l" t="t" r="r" b="b"/>
            <a:pathLst>
              <a:path w="12037613" h="1439526">
                <a:moveTo>
                  <a:pt x="0" y="0"/>
                </a:moveTo>
                <a:lnTo>
                  <a:pt x="12037613" y="0"/>
                </a:lnTo>
                <a:lnTo>
                  <a:pt x="12037613" y="1439526"/>
                </a:lnTo>
                <a:lnTo>
                  <a:pt x="0" y="14395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TextBox 9"/>
          <p:cNvSpPr txBox="1"/>
          <p:nvPr/>
        </p:nvSpPr>
        <p:spPr>
          <a:xfrm>
            <a:off x="3943874" y="445614"/>
            <a:ext cx="1040025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Working Prototype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78963" y="8519071"/>
            <a:ext cx="453458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View Donor Details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09415" y="2528788"/>
            <a:ext cx="453458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 Donor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9074" y="-8478343"/>
            <a:ext cx="19206147" cy="9507043"/>
          </a:xfrm>
          <a:custGeom>
            <a:avLst/>
            <a:gdLst/>
            <a:ahLst/>
            <a:cxnLst/>
            <a:rect l="l" t="t" r="r" b="b"/>
            <a:pathLst>
              <a:path w="19206147" h="9507043">
                <a:moveTo>
                  <a:pt x="0" y="0"/>
                </a:moveTo>
                <a:lnTo>
                  <a:pt x="19206148" y="0"/>
                </a:lnTo>
                <a:lnTo>
                  <a:pt x="19206148" y="9507043"/>
                </a:lnTo>
                <a:lnTo>
                  <a:pt x="0" y="9507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5221925" y="144936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-3685701">
            <a:off x="16407546" y="8027448"/>
            <a:ext cx="3158483" cy="2621541"/>
          </a:xfrm>
          <a:custGeom>
            <a:avLst/>
            <a:gdLst/>
            <a:ahLst/>
            <a:cxnLst/>
            <a:rect l="l" t="t" r="r" b="b"/>
            <a:pathLst>
              <a:path w="3158483" h="2621541">
                <a:moveTo>
                  <a:pt x="0" y="0"/>
                </a:moveTo>
                <a:lnTo>
                  <a:pt x="3158483" y="0"/>
                </a:lnTo>
                <a:lnTo>
                  <a:pt x="3158483" y="2621541"/>
                </a:lnTo>
                <a:lnTo>
                  <a:pt x="0" y="2621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-296857" y="9258300"/>
            <a:ext cx="1178647" cy="1269068"/>
          </a:xfrm>
          <a:custGeom>
            <a:avLst/>
            <a:gdLst/>
            <a:ahLst/>
            <a:cxnLst/>
            <a:rect l="l" t="t" r="r" b="b"/>
            <a:pathLst>
              <a:path w="1178647" h="1269068">
                <a:moveTo>
                  <a:pt x="0" y="0"/>
                </a:moveTo>
                <a:lnTo>
                  <a:pt x="1178647" y="0"/>
                </a:lnTo>
                <a:lnTo>
                  <a:pt x="1178647" y="1269068"/>
                </a:lnTo>
                <a:lnTo>
                  <a:pt x="0" y="1269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 rot="-6957766">
            <a:off x="8161813" y="2954490"/>
            <a:ext cx="3366749" cy="3114242"/>
          </a:xfrm>
          <a:custGeom>
            <a:avLst/>
            <a:gdLst/>
            <a:ahLst/>
            <a:cxnLst/>
            <a:rect l="l" t="t" r="r" b="b"/>
            <a:pathLst>
              <a:path w="3366749" h="3114242">
                <a:moveTo>
                  <a:pt x="0" y="0"/>
                </a:moveTo>
                <a:lnTo>
                  <a:pt x="3366749" y="0"/>
                </a:lnTo>
                <a:lnTo>
                  <a:pt x="3366749" y="3114243"/>
                </a:lnTo>
                <a:lnTo>
                  <a:pt x="0" y="3114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>
            <a:off x="8589202" y="5383292"/>
            <a:ext cx="8648672" cy="4200012"/>
          </a:xfrm>
          <a:custGeom>
            <a:avLst/>
            <a:gdLst/>
            <a:ahLst/>
            <a:cxnLst/>
            <a:rect l="l" t="t" r="r" b="b"/>
            <a:pathLst>
              <a:path w="8648672" h="4200012">
                <a:moveTo>
                  <a:pt x="0" y="0"/>
                </a:moveTo>
                <a:lnTo>
                  <a:pt x="8648673" y="0"/>
                </a:lnTo>
                <a:lnTo>
                  <a:pt x="8648673" y="4200011"/>
                </a:lnTo>
                <a:lnTo>
                  <a:pt x="0" y="42000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TextBox 8"/>
          <p:cNvSpPr txBox="1"/>
          <p:nvPr/>
        </p:nvSpPr>
        <p:spPr>
          <a:xfrm>
            <a:off x="5781249" y="509587"/>
            <a:ext cx="67255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Working Prototype</a:t>
            </a:r>
          </a:p>
        </p:txBody>
      </p:sp>
      <p:sp>
        <p:nvSpPr>
          <p:cNvPr id="9" name="Freeform 9"/>
          <p:cNvSpPr/>
          <p:nvPr/>
        </p:nvSpPr>
        <p:spPr>
          <a:xfrm>
            <a:off x="292467" y="2460762"/>
            <a:ext cx="8296736" cy="4101699"/>
          </a:xfrm>
          <a:custGeom>
            <a:avLst/>
            <a:gdLst/>
            <a:ahLst/>
            <a:cxnLst/>
            <a:rect l="l" t="t" r="r" b="b"/>
            <a:pathLst>
              <a:path w="8296736" h="4101699">
                <a:moveTo>
                  <a:pt x="0" y="0"/>
                </a:moveTo>
                <a:lnTo>
                  <a:pt x="8296735" y="0"/>
                </a:lnTo>
                <a:lnTo>
                  <a:pt x="8296735" y="4101699"/>
                </a:lnTo>
                <a:lnTo>
                  <a:pt x="0" y="410169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TextBox 10"/>
          <p:cNvSpPr txBox="1"/>
          <p:nvPr/>
        </p:nvSpPr>
        <p:spPr>
          <a:xfrm>
            <a:off x="11545774" y="5240417"/>
            <a:ext cx="453458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Pagniation 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54632" y="2707152"/>
            <a:ext cx="453458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Pagination 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39580">
            <a:off x="8506047" y="6157894"/>
            <a:ext cx="3366749" cy="3114242"/>
          </a:xfrm>
          <a:custGeom>
            <a:avLst/>
            <a:gdLst/>
            <a:ahLst/>
            <a:cxnLst/>
            <a:rect l="l" t="t" r="r" b="b"/>
            <a:pathLst>
              <a:path w="3366749" h="3114242">
                <a:moveTo>
                  <a:pt x="0" y="0"/>
                </a:moveTo>
                <a:lnTo>
                  <a:pt x="3366748" y="0"/>
                </a:lnTo>
                <a:lnTo>
                  <a:pt x="3366748" y="3114242"/>
                </a:lnTo>
                <a:lnTo>
                  <a:pt x="0" y="3114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-459074" y="9208061"/>
            <a:ext cx="19206147" cy="9507043"/>
          </a:xfrm>
          <a:custGeom>
            <a:avLst/>
            <a:gdLst/>
            <a:ahLst/>
            <a:cxnLst/>
            <a:rect l="l" t="t" r="r" b="b"/>
            <a:pathLst>
              <a:path w="19206147" h="9507043">
                <a:moveTo>
                  <a:pt x="0" y="0"/>
                </a:moveTo>
                <a:lnTo>
                  <a:pt x="19206148" y="0"/>
                </a:lnTo>
                <a:lnTo>
                  <a:pt x="19206148" y="9507043"/>
                </a:lnTo>
                <a:lnTo>
                  <a:pt x="0" y="9507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>
            <a:off x="5221925" y="144936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 rot="8163817">
            <a:off x="-1078083" y="-810708"/>
            <a:ext cx="3158483" cy="2621541"/>
          </a:xfrm>
          <a:custGeom>
            <a:avLst/>
            <a:gdLst/>
            <a:ahLst/>
            <a:cxnLst/>
            <a:rect l="l" t="t" r="r" b="b"/>
            <a:pathLst>
              <a:path w="3158483" h="2621541">
                <a:moveTo>
                  <a:pt x="0" y="0"/>
                </a:moveTo>
                <a:lnTo>
                  <a:pt x="3158483" y="0"/>
                </a:lnTo>
                <a:lnTo>
                  <a:pt x="3158483" y="2621541"/>
                </a:lnTo>
                <a:lnTo>
                  <a:pt x="0" y="26215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 rot="-6957766">
            <a:off x="9597560" y="2860237"/>
            <a:ext cx="3366749" cy="3114242"/>
          </a:xfrm>
          <a:custGeom>
            <a:avLst/>
            <a:gdLst/>
            <a:ahLst/>
            <a:cxnLst/>
            <a:rect l="l" t="t" r="r" b="b"/>
            <a:pathLst>
              <a:path w="3366749" h="3114242">
                <a:moveTo>
                  <a:pt x="0" y="0"/>
                </a:moveTo>
                <a:lnTo>
                  <a:pt x="3366748" y="0"/>
                </a:lnTo>
                <a:lnTo>
                  <a:pt x="3366748" y="3114242"/>
                </a:lnTo>
                <a:lnTo>
                  <a:pt x="0" y="3114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>
            <a:off x="501159" y="2222185"/>
            <a:ext cx="8753611" cy="2303294"/>
          </a:xfrm>
          <a:custGeom>
            <a:avLst/>
            <a:gdLst/>
            <a:ahLst/>
            <a:cxnLst/>
            <a:rect l="l" t="t" r="r" b="b"/>
            <a:pathLst>
              <a:path w="8753611" h="2303294">
                <a:moveTo>
                  <a:pt x="0" y="0"/>
                </a:moveTo>
                <a:lnTo>
                  <a:pt x="8753610" y="0"/>
                </a:lnTo>
                <a:lnTo>
                  <a:pt x="8753610" y="2303294"/>
                </a:lnTo>
                <a:lnTo>
                  <a:pt x="0" y="23032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>
            <a:off x="9144000" y="4957818"/>
            <a:ext cx="8674957" cy="1912164"/>
          </a:xfrm>
          <a:custGeom>
            <a:avLst/>
            <a:gdLst/>
            <a:ahLst/>
            <a:cxnLst/>
            <a:rect l="l" t="t" r="r" b="b"/>
            <a:pathLst>
              <a:path w="8674957" h="1912164">
                <a:moveTo>
                  <a:pt x="0" y="0"/>
                </a:moveTo>
                <a:lnTo>
                  <a:pt x="8674957" y="0"/>
                </a:lnTo>
                <a:lnTo>
                  <a:pt x="8674957" y="1912164"/>
                </a:lnTo>
                <a:lnTo>
                  <a:pt x="0" y="19121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Freeform 9"/>
          <p:cNvSpPr/>
          <p:nvPr/>
        </p:nvSpPr>
        <p:spPr>
          <a:xfrm>
            <a:off x="881998" y="7301358"/>
            <a:ext cx="7991932" cy="1708967"/>
          </a:xfrm>
          <a:custGeom>
            <a:avLst/>
            <a:gdLst/>
            <a:ahLst/>
            <a:cxnLst/>
            <a:rect l="l" t="t" r="r" b="b"/>
            <a:pathLst>
              <a:path w="7991932" h="1708967">
                <a:moveTo>
                  <a:pt x="0" y="0"/>
                </a:moveTo>
                <a:lnTo>
                  <a:pt x="7991932" y="0"/>
                </a:lnTo>
                <a:lnTo>
                  <a:pt x="7991932" y="1708967"/>
                </a:lnTo>
                <a:lnTo>
                  <a:pt x="0" y="17089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TextBox 10"/>
          <p:cNvSpPr txBox="1"/>
          <p:nvPr/>
        </p:nvSpPr>
        <p:spPr>
          <a:xfrm>
            <a:off x="5781249" y="509587"/>
            <a:ext cx="67255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Working Prototype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51413" y="6810705"/>
            <a:ext cx="453458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Enable Public Visibility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47878" y="4357743"/>
            <a:ext cx="453458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Own Browse Food Item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65034" y="6701283"/>
            <a:ext cx="453458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Private Visibility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9074" y="-8478343"/>
            <a:ext cx="19206147" cy="9507043"/>
          </a:xfrm>
          <a:custGeom>
            <a:avLst/>
            <a:gdLst/>
            <a:ahLst/>
            <a:cxnLst/>
            <a:rect l="l" t="t" r="r" b="b"/>
            <a:pathLst>
              <a:path w="19206147" h="9507043">
                <a:moveTo>
                  <a:pt x="0" y="0"/>
                </a:moveTo>
                <a:lnTo>
                  <a:pt x="19206148" y="0"/>
                </a:lnTo>
                <a:lnTo>
                  <a:pt x="19206148" y="9507043"/>
                </a:lnTo>
                <a:lnTo>
                  <a:pt x="0" y="9507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5221925" y="144936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-3685701">
            <a:off x="16407546" y="8027448"/>
            <a:ext cx="3158483" cy="2621541"/>
          </a:xfrm>
          <a:custGeom>
            <a:avLst/>
            <a:gdLst/>
            <a:ahLst/>
            <a:cxnLst/>
            <a:rect l="l" t="t" r="r" b="b"/>
            <a:pathLst>
              <a:path w="3158483" h="2621541">
                <a:moveTo>
                  <a:pt x="0" y="0"/>
                </a:moveTo>
                <a:lnTo>
                  <a:pt x="3158483" y="0"/>
                </a:lnTo>
                <a:lnTo>
                  <a:pt x="3158483" y="2621541"/>
                </a:lnTo>
                <a:lnTo>
                  <a:pt x="0" y="2621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-296857" y="9258300"/>
            <a:ext cx="1178647" cy="1269068"/>
          </a:xfrm>
          <a:custGeom>
            <a:avLst/>
            <a:gdLst/>
            <a:ahLst/>
            <a:cxnLst/>
            <a:rect l="l" t="t" r="r" b="b"/>
            <a:pathLst>
              <a:path w="1178647" h="1269068">
                <a:moveTo>
                  <a:pt x="0" y="0"/>
                </a:moveTo>
                <a:lnTo>
                  <a:pt x="1178647" y="0"/>
                </a:lnTo>
                <a:lnTo>
                  <a:pt x="1178647" y="1269068"/>
                </a:lnTo>
                <a:lnTo>
                  <a:pt x="0" y="1269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 rot="-5963723">
            <a:off x="8624699" y="3738184"/>
            <a:ext cx="3366749" cy="3114242"/>
          </a:xfrm>
          <a:custGeom>
            <a:avLst/>
            <a:gdLst/>
            <a:ahLst/>
            <a:cxnLst/>
            <a:rect l="l" t="t" r="r" b="b"/>
            <a:pathLst>
              <a:path w="3366749" h="3114242">
                <a:moveTo>
                  <a:pt x="0" y="0"/>
                </a:moveTo>
                <a:lnTo>
                  <a:pt x="3366749" y="0"/>
                </a:lnTo>
                <a:lnTo>
                  <a:pt x="3366749" y="3114243"/>
                </a:lnTo>
                <a:lnTo>
                  <a:pt x="0" y="3114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>
            <a:off x="6635697" y="6081270"/>
            <a:ext cx="9810602" cy="3145524"/>
          </a:xfrm>
          <a:custGeom>
            <a:avLst/>
            <a:gdLst/>
            <a:ahLst/>
            <a:cxnLst/>
            <a:rect l="l" t="t" r="r" b="b"/>
            <a:pathLst>
              <a:path w="9810602" h="3145524">
                <a:moveTo>
                  <a:pt x="0" y="0"/>
                </a:moveTo>
                <a:lnTo>
                  <a:pt x="9810602" y="0"/>
                </a:lnTo>
                <a:lnTo>
                  <a:pt x="9810602" y="3145524"/>
                </a:lnTo>
                <a:lnTo>
                  <a:pt x="0" y="31455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>
            <a:off x="881790" y="2558322"/>
            <a:ext cx="8190662" cy="2585178"/>
          </a:xfrm>
          <a:custGeom>
            <a:avLst/>
            <a:gdLst/>
            <a:ahLst/>
            <a:cxnLst/>
            <a:rect l="l" t="t" r="r" b="b"/>
            <a:pathLst>
              <a:path w="8190662" h="2585178">
                <a:moveTo>
                  <a:pt x="0" y="0"/>
                </a:moveTo>
                <a:lnTo>
                  <a:pt x="8190662" y="0"/>
                </a:lnTo>
                <a:lnTo>
                  <a:pt x="8190662" y="2585178"/>
                </a:lnTo>
                <a:lnTo>
                  <a:pt x="0" y="25851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TextBox 9"/>
          <p:cNvSpPr txBox="1"/>
          <p:nvPr/>
        </p:nvSpPr>
        <p:spPr>
          <a:xfrm>
            <a:off x="5781249" y="509587"/>
            <a:ext cx="67255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Working Prototype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73706" y="5709795"/>
            <a:ext cx="453458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Own browse food item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20002" y="2186847"/>
            <a:ext cx="453458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Other donor item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9074" y="9208061"/>
            <a:ext cx="19206147" cy="9507043"/>
          </a:xfrm>
          <a:custGeom>
            <a:avLst/>
            <a:gdLst/>
            <a:ahLst/>
            <a:cxnLst/>
            <a:rect l="l" t="t" r="r" b="b"/>
            <a:pathLst>
              <a:path w="19206147" h="9507043">
                <a:moveTo>
                  <a:pt x="0" y="0"/>
                </a:moveTo>
                <a:lnTo>
                  <a:pt x="19206148" y="0"/>
                </a:lnTo>
                <a:lnTo>
                  <a:pt x="19206148" y="9507043"/>
                </a:lnTo>
                <a:lnTo>
                  <a:pt x="0" y="9507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5221925" y="144936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8163817">
            <a:off x="-1078083" y="-810708"/>
            <a:ext cx="3158483" cy="2621541"/>
          </a:xfrm>
          <a:custGeom>
            <a:avLst/>
            <a:gdLst/>
            <a:ahLst/>
            <a:cxnLst/>
            <a:rect l="l" t="t" r="r" b="b"/>
            <a:pathLst>
              <a:path w="3158483" h="2621541">
                <a:moveTo>
                  <a:pt x="0" y="0"/>
                </a:moveTo>
                <a:lnTo>
                  <a:pt x="3158483" y="0"/>
                </a:lnTo>
                <a:lnTo>
                  <a:pt x="3158483" y="2621541"/>
                </a:lnTo>
                <a:lnTo>
                  <a:pt x="0" y="2621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 rot="-5963723">
            <a:off x="8434873" y="3586379"/>
            <a:ext cx="3366749" cy="3114242"/>
          </a:xfrm>
          <a:custGeom>
            <a:avLst/>
            <a:gdLst/>
            <a:ahLst/>
            <a:cxnLst/>
            <a:rect l="l" t="t" r="r" b="b"/>
            <a:pathLst>
              <a:path w="3366749" h="3114242">
                <a:moveTo>
                  <a:pt x="0" y="0"/>
                </a:moveTo>
                <a:lnTo>
                  <a:pt x="3366748" y="0"/>
                </a:lnTo>
                <a:lnTo>
                  <a:pt x="3366748" y="3114242"/>
                </a:lnTo>
                <a:lnTo>
                  <a:pt x="0" y="31142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>
            <a:off x="501159" y="2148944"/>
            <a:ext cx="8345755" cy="4125933"/>
          </a:xfrm>
          <a:custGeom>
            <a:avLst/>
            <a:gdLst/>
            <a:ahLst/>
            <a:cxnLst/>
            <a:rect l="l" t="t" r="r" b="b"/>
            <a:pathLst>
              <a:path w="8345755" h="4125933">
                <a:moveTo>
                  <a:pt x="0" y="0"/>
                </a:moveTo>
                <a:lnTo>
                  <a:pt x="8345755" y="0"/>
                </a:lnTo>
                <a:lnTo>
                  <a:pt x="8345755" y="4125933"/>
                </a:lnTo>
                <a:lnTo>
                  <a:pt x="0" y="41259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>
            <a:off x="8846914" y="5708059"/>
            <a:ext cx="9096788" cy="3144077"/>
          </a:xfrm>
          <a:custGeom>
            <a:avLst/>
            <a:gdLst/>
            <a:ahLst/>
            <a:cxnLst/>
            <a:rect l="l" t="t" r="r" b="b"/>
            <a:pathLst>
              <a:path w="9096788" h="3144077">
                <a:moveTo>
                  <a:pt x="0" y="0"/>
                </a:moveTo>
                <a:lnTo>
                  <a:pt x="9096787" y="0"/>
                </a:lnTo>
                <a:lnTo>
                  <a:pt x="9096787" y="3144077"/>
                </a:lnTo>
                <a:lnTo>
                  <a:pt x="0" y="31440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TextBox 8"/>
          <p:cNvSpPr txBox="1"/>
          <p:nvPr/>
        </p:nvSpPr>
        <p:spPr>
          <a:xfrm>
            <a:off x="5781249" y="509587"/>
            <a:ext cx="67255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Working Prototype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06751" y="5903402"/>
            <a:ext cx="453458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Filtered Category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12328" y="2396859"/>
            <a:ext cx="453458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>
                <a:solidFill>
                  <a:srgbClr val="969D9D"/>
                </a:solidFill>
                <a:latin typeface="Poppins Bold"/>
                <a:ea typeface="Poppins Bold"/>
                <a:cs typeface="Poppins Bold"/>
                <a:sym typeface="Poppins Bold"/>
              </a:rPr>
              <a:t>All Category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9074" y="9208061"/>
            <a:ext cx="19206147" cy="9507043"/>
          </a:xfrm>
          <a:custGeom>
            <a:avLst/>
            <a:gdLst/>
            <a:ahLst/>
            <a:cxnLst/>
            <a:rect l="l" t="t" r="r" b="b"/>
            <a:pathLst>
              <a:path w="19206147" h="9507043">
                <a:moveTo>
                  <a:pt x="0" y="0"/>
                </a:moveTo>
                <a:lnTo>
                  <a:pt x="19206148" y="0"/>
                </a:lnTo>
                <a:lnTo>
                  <a:pt x="19206148" y="9507043"/>
                </a:lnTo>
                <a:lnTo>
                  <a:pt x="0" y="9507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 rot="8163817">
            <a:off x="-1078083" y="-810708"/>
            <a:ext cx="3158483" cy="2621541"/>
          </a:xfrm>
          <a:custGeom>
            <a:avLst/>
            <a:gdLst/>
            <a:ahLst/>
            <a:cxnLst/>
            <a:rect l="l" t="t" r="r" b="b"/>
            <a:pathLst>
              <a:path w="3158483" h="2621541">
                <a:moveTo>
                  <a:pt x="0" y="0"/>
                </a:moveTo>
                <a:lnTo>
                  <a:pt x="3158483" y="0"/>
                </a:lnTo>
                <a:lnTo>
                  <a:pt x="3158483" y="2621541"/>
                </a:lnTo>
                <a:lnTo>
                  <a:pt x="0" y="2621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-10415617">
            <a:off x="3932645" y="2523993"/>
            <a:ext cx="3366749" cy="3114242"/>
          </a:xfrm>
          <a:custGeom>
            <a:avLst/>
            <a:gdLst/>
            <a:ahLst/>
            <a:cxnLst/>
            <a:rect l="l" t="t" r="r" b="b"/>
            <a:pathLst>
              <a:path w="3366749" h="3114242">
                <a:moveTo>
                  <a:pt x="0" y="0"/>
                </a:moveTo>
                <a:lnTo>
                  <a:pt x="3366748" y="0"/>
                </a:lnTo>
                <a:lnTo>
                  <a:pt x="3366748" y="3114243"/>
                </a:lnTo>
                <a:lnTo>
                  <a:pt x="0" y="3114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 rot="-9059871">
            <a:off x="315840" y="2823442"/>
            <a:ext cx="5679162" cy="6417132"/>
          </a:xfrm>
          <a:custGeom>
            <a:avLst/>
            <a:gdLst/>
            <a:ahLst/>
            <a:cxnLst/>
            <a:rect l="l" t="t" r="r" b="b"/>
            <a:pathLst>
              <a:path w="5679162" h="6417132">
                <a:moveTo>
                  <a:pt x="0" y="0"/>
                </a:moveTo>
                <a:lnTo>
                  <a:pt x="5679162" y="0"/>
                </a:lnTo>
                <a:lnTo>
                  <a:pt x="5679162" y="6417132"/>
                </a:lnTo>
                <a:lnTo>
                  <a:pt x="0" y="64171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>
            <a:off x="6676692" y="318447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 flipH="1">
            <a:off x="529750" y="4022147"/>
            <a:ext cx="4811474" cy="4588943"/>
          </a:xfrm>
          <a:custGeom>
            <a:avLst/>
            <a:gdLst/>
            <a:ahLst/>
            <a:cxnLst/>
            <a:rect l="l" t="t" r="r" b="b"/>
            <a:pathLst>
              <a:path w="4811474" h="4588943">
                <a:moveTo>
                  <a:pt x="4811473" y="0"/>
                </a:moveTo>
                <a:lnTo>
                  <a:pt x="0" y="0"/>
                </a:lnTo>
                <a:lnTo>
                  <a:pt x="0" y="4588944"/>
                </a:lnTo>
                <a:lnTo>
                  <a:pt x="4811473" y="4588944"/>
                </a:lnTo>
                <a:lnTo>
                  <a:pt x="481147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>
            <a:off x="6189021" y="2345887"/>
            <a:ext cx="11231110" cy="6043200"/>
          </a:xfrm>
          <a:custGeom>
            <a:avLst/>
            <a:gdLst/>
            <a:ahLst/>
            <a:cxnLst/>
            <a:rect l="l" t="t" r="r" b="b"/>
            <a:pathLst>
              <a:path w="11231110" h="6043200">
                <a:moveTo>
                  <a:pt x="0" y="0"/>
                </a:moveTo>
                <a:lnTo>
                  <a:pt x="11231110" y="0"/>
                </a:lnTo>
                <a:lnTo>
                  <a:pt x="11231110" y="6043200"/>
                </a:lnTo>
                <a:lnTo>
                  <a:pt x="0" y="6043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757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TextBox 9"/>
          <p:cNvSpPr txBox="1"/>
          <p:nvPr/>
        </p:nvSpPr>
        <p:spPr>
          <a:xfrm>
            <a:off x="7462624" y="509588"/>
            <a:ext cx="336275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Test Plan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4050" y="9258300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100" y="0"/>
                </a:lnTo>
                <a:lnTo>
                  <a:pt x="19876100" y="9838669"/>
                </a:lnTo>
                <a:lnTo>
                  <a:pt x="0" y="9838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11090913" y="144936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10039512">
            <a:off x="16115063" y="-726977"/>
            <a:ext cx="2619797" cy="2174432"/>
          </a:xfrm>
          <a:custGeom>
            <a:avLst/>
            <a:gdLst/>
            <a:ahLst/>
            <a:cxnLst/>
            <a:rect l="l" t="t" r="r" b="b"/>
            <a:pathLst>
              <a:path w="2619797" h="2174432">
                <a:moveTo>
                  <a:pt x="0" y="0"/>
                </a:moveTo>
                <a:lnTo>
                  <a:pt x="2619797" y="0"/>
                </a:lnTo>
                <a:lnTo>
                  <a:pt x="2619797" y="2174432"/>
                </a:lnTo>
                <a:lnTo>
                  <a:pt x="0" y="2174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-541489" y="-714509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6"/>
                </a:lnTo>
                <a:lnTo>
                  <a:pt x="0" y="21494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Box 6"/>
          <p:cNvSpPr txBox="1"/>
          <p:nvPr/>
        </p:nvSpPr>
        <p:spPr>
          <a:xfrm>
            <a:off x="7197087" y="509587"/>
            <a:ext cx="389382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Test Cases</a:t>
            </a:r>
          </a:p>
        </p:txBody>
      </p:sp>
      <p:sp>
        <p:nvSpPr>
          <p:cNvPr id="7" name="Freeform 7"/>
          <p:cNvSpPr/>
          <p:nvPr/>
        </p:nvSpPr>
        <p:spPr>
          <a:xfrm>
            <a:off x="456683" y="2907596"/>
            <a:ext cx="11367223" cy="5619671"/>
          </a:xfrm>
          <a:custGeom>
            <a:avLst/>
            <a:gdLst/>
            <a:ahLst/>
            <a:cxnLst/>
            <a:rect l="l" t="t" r="r" b="b"/>
            <a:pathLst>
              <a:path w="11367223" h="5619671">
                <a:moveTo>
                  <a:pt x="0" y="0"/>
                </a:moveTo>
                <a:lnTo>
                  <a:pt x="11367223" y="0"/>
                </a:lnTo>
                <a:lnTo>
                  <a:pt x="11367223" y="5619670"/>
                </a:lnTo>
                <a:lnTo>
                  <a:pt x="0" y="5619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FE3593-6CA3-0F29-164F-E8D0017301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7822" y="1261285"/>
            <a:ext cx="7816486" cy="8378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9074" y="-8478343"/>
            <a:ext cx="19206147" cy="9507043"/>
          </a:xfrm>
          <a:custGeom>
            <a:avLst/>
            <a:gdLst/>
            <a:ahLst/>
            <a:cxnLst/>
            <a:rect l="l" t="t" r="r" b="b"/>
            <a:pathLst>
              <a:path w="19206147" h="9507043">
                <a:moveTo>
                  <a:pt x="0" y="0"/>
                </a:moveTo>
                <a:lnTo>
                  <a:pt x="19206148" y="0"/>
                </a:lnTo>
                <a:lnTo>
                  <a:pt x="19206148" y="9507043"/>
                </a:lnTo>
                <a:lnTo>
                  <a:pt x="0" y="9507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12227089" y="318447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-3685701">
            <a:off x="16407546" y="8027448"/>
            <a:ext cx="3158483" cy="2621541"/>
          </a:xfrm>
          <a:custGeom>
            <a:avLst/>
            <a:gdLst/>
            <a:ahLst/>
            <a:cxnLst/>
            <a:rect l="l" t="t" r="r" b="b"/>
            <a:pathLst>
              <a:path w="3158483" h="2621541">
                <a:moveTo>
                  <a:pt x="0" y="0"/>
                </a:moveTo>
                <a:lnTo>
                  <a:pt x="3158483" y="0"/>
                </a:lnTo>
                <a:lnTo>
                  <a:pt x="3158483" y="2621541"/>
                </a:lnTo>
                <a:lnTo>
                  <a:pt x="0" y="2621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14359327" y="1898124"/>
            <a:ext cx="1923695" cy="1866350"/>
          </a:xfrm>
          <a:custGeom>
            <a:avLst/>
            <a:gdLst/>
            <a:ahLst/>
            <a:cxnLst/>
            <a:rect l="l" t="t" r="r" b="b"/>
            <a:pathLst>
              <a:path w="1923695" h="1866350">
                <a:moveTo>
                  <a:pt x="0" y="0"/>
                </a:moveTo>
                <a:lnTo>
                  <a:pt x="1923695" y="0"/>
                </a:lnTo>
                <a:lnTo>
                  <a:pt x="1923695" y="1866350"/>
                </a:lnTo>
                <a:lnTo>
                  <a:pt x="0" y="18663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 rot="-7688997" flipH="1" flipV="1">
            <a:off x="5691648" y="6824677"/>
            <a:ext cx="6015576" cy="3579268"/>
          </a:xfrm>
          <a:custGeom>
            <a:avLst/>
            <a:gdLst/>
            <a:ahLst/>
            <a:cxnLst/>
            <a:rect l="l" t="t" r="r" b="b"/>
            <a:pathLst>
              <a:path w="6015576" h="3579268">
                <a:moveTo>
                  <a:pt x="6015576" y="3579267"/>
                </a:moveTo>
                <a:lnTo>
                  <a:pt x="0" y="3579267"/>
                </a:lnTo>
                <a:lnTo>
                  <a:pt x="0" y="0"/>
                </a:lnTo>
                <a:lnTo>
                  <a:pt x="6015576" y="0"/>
                </a:lnTo>
                <a:lnTo>
                  <a:pt x="6015576" y="3579267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 dirty="0"/>
          </a:p>
        </p:txBody>
      </p:sp>
      <p:sp>
        <p:nvSpPr>
          <p:cNvPr id="7" name="Freeform 7"/>
          <p:cNvSpPr/>
          <p:nvPr/>
        </p:nvSpPr>
        <p:spPr>
          <a:xfrm>
            <a:off x="349652" y="1874169"/>
            <a:ext cx="11877437" cy="6048792"/>
          </a:xfrm>
          <a:custGeom>
            <a:avLst/>
            <a:gdLst/>
            <a:ahLst/>
            <a:cxnLst/>
            <a:rect l="l" t="t" r="r" b="b"/>
            <a:pathLst>
              <a:path w="11877437" h="6048792">
                <a:moveTo>
                  <a:pt x="0" y="0"/>
                </a:moveTo>
                <a:lnTo>
                  <a:pt x="11877437" y="0"/>
                </a:lnTo>
                <a:lnTo>
                  <a:pt x="11877437" y="6048792"/>
                </a:lnTo>
                <a:lnTo>
                  <a:pt x="0" y="604879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>
            <a:off x="3833315" y="422956"/>
            <a:ext cx="1246496" cy="1246496"/>
          </a:xfrm>
          <a:custGeom>
            <a:avLst/>
            <a:gdLst/>
            <a:ahLst/>
            <a:cxnLst/>
            <a:rect l="l" t="t" r="r" b="b"/>
            <a:pathLst>
              <a:path w="1623839" h="1623839">
                <a:moveTo>
                  <a:pt x="0" y="0"/>
                </a:moveTo>
                <a:lnTo>
                  <a:pt x="1623840" y="0"/>
                </a:lnTo>
                <a:lnTo>
                  <a:pt x="1623840" y="1623839"/>
                </a:lnTo>
                <a:lnTo>
                  <a:pt x="0" y="16238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Freeform 9"/>
          <p:cNvSpPr/>
          <p:nvPr/>
        </p:nvSpPr>
        <p:spPr>
          <a:xfrm rot="-3685701">
            <a:off x="-1009754" y="9182318"/>
            <a:ext cx="3158483" cy="2621541"/>
          </a:xfrm>
          <a:custGeom>
            <a:avLst/>
            <a:gdLst/>
            <a:ahLst/>
            <a:cxnLst/>
            <a:rect l="l" t="t" r="r" b="b"/>
            <a:pathLst>
              <a:path w="3158483" h="2621541">
                <a:moveTo>
                  <a:pt x="0" y="0"/>
                </a:moveTo>
                <a:lnTo>
                  <a:pt x="3158483" y="0"/>
                </a:lnTo>
                <a:lnTo>
                  <a:pt x="3158483" y="2621541"/>
                </a:lnTo>
                <a:lnTo>
                  <a:pt x="0" y="2621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Freeform 10"/>
          <p:cNvSpPr/>
          <p:nvPr/>
        </p:nvSpPr>
        <p:spPr>
          <a:xfrm>
            <a:off x="9776012" y="8157367"/>
            <a:ext cx="1100933" cy="1100933"/>
          </a:xfrm>
          <a:custGeom>
            <a:avLst/>
            <a:gdLst/>
            <a:ahLst/>
            <a:cxnLst/>
            <a:rect l="l" t="t" r="r" b="b"/>
            <a:pathLst>
              <a:path w="1100933" h="1100933">
                <a:moveTo>
                  <a:pt x="0" y="0"/>
                </a:moveTo>
                <a:lnTo>
                  <a:pt x="1100932" y="0"/>
                </a:lnTo>
                <a:lnTo>
                  <a:pt x="1100932" y="1100933"/>
                </a:lnTo>
                <a:lnTo>
                  <a:pt x="0" y="11009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>
          <a:xfrm>
            <a:off x="581166" y="1028700"/>
            <a:ext cx="895067" cy="550466"/>
          </a:xfrm>
          <a:custGeom>
            <a:avLst/>
            <a:gdLst/>
            <a:ahLst/>
            <a:cxnLst/>
            <a:rect l="l" t="t" r="r" b="b"/>
            <a:pathLst>
              <a:path w="895067" h="550466">
                <a:moveTo>
                  <a:pt x="0" y="0"/>
                </a:moveTo>
                <a:lnTo>
                  <a:pt x="895068" y="0"/>
                </a:lnTo>
                <a:lnTo>
                  <a:pt x="895068" y="550466"/>
                </a:lnTo>
                <a:lnTo>
                  <a:pt x="0" y="55046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2" name="TextBox 12"/>
          <p:cNvSpPr txBox="1"/>
          <p:nvPr/>
        </p:nvSpPr>
        <p:spPr>
          <a:xfrm>
            <a:off x="5781249" y="509587"/>
            <a:ext cx="67255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Git Collaboration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F4EEC28-CC24-3DB8-28EE-3213E955C40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985386" y="5458061"/>
            <a:ext cx="5875140" cy="47390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FF40A46-D209-0ED2-6DDB-C33AD93AF9B9}"/>
              </a:ext>
            </a:extLst>
          </p:cNvPr>
          <p:cNvSpPr txBox="1"/>
          <p:nvPr/>
        </p:nvSpPr>
        <p:spPr>
          <a:xfrm>
            <a:off x="12506751" y="4275317"/>
            <a:ext cx="5628849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500" dirty="0"/>
              <a:t>https://github.com/Kabir-Rajbhandari/ZeroWastehttps://github.com/Kabir-Rajbhandari/ZeroWaste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4050" y="9258300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100" y="0"/>
                </a:lnTo>
                <a:lnTo>
                  <a:pt x="19876100" y="9838669"/>
                </a:lnTo>
                <a:lnTo>
                  <a:pt x="0" y="9838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 rot="10039512">
            <a:off x="16115063" y="-726977"/>
            <a:ext cx="2619797" cy="2174432"/>
          </a:xfrm>
          <a:custGeom>
            <a:avLst/>
            <a:gdLst/>
            <a:ahLst/>
            <a:cxnLst/>
            <a:rect l="l" t="t" r="r" b="b"/>
            <a:pathLst>
              <a:path w="2619797" h="2174432">
                <a:moveTo>
                  <a:pt x="0" y="0"/>
                </a:moveTo>
                <a:lnTo>
                  <a:pt x="2619797" y="0"/>
                </a:lnTo>
                <a:lnTo>
                  <a:pt x="2619797" y="2174432"/>
                </a:lnTo>
                <a:lnTo>
                  <a:pt x="0" y="217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>
            <a:off x="-541489" y="-714509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6"/>
                </a:lnTo>
                <a:lnTo>
                  <a:pt x="0" y="21494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12227089" y="318447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 rot="5181959">
            <a:off x="10424366" y="2631059"/>
            <a:ext cx="2547784" cy="2356700"/>
          </a:xfrm>
          <a:custGeom>
            <a:avLst/>
            <a:gdLst/>
            <a:ahLst/>
            <a:cxnLst/>
            <a:rect l="l" t="t" r="r" b="b"/>
            <a:pathLst>
              <a:path w="2547784" h="2356700">
                <a:moveTo>
                  <a:pt x="0" y="0"/>
                </a:moveTo>
                <a:lnTo>
                  <a:pt x="2547784" y="0"/>
                </a:lnTo>
                <a:lnTo>
                  <a:pt x="2547784" y="2356700"/>
                </a:lnTo>
                <a:lnTo>
                  <a:pt x="0" y="2356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>
            <a:off x="1028700" y="2418653"/>
            <a:ext cx="9651502" cy="4868306"/>
          </a:xfrm>
          <a:custGeom>
            <a:avLst/>
            <a:gdLst/>
            <a:ahLst/>
            <a:cxnLst/>
            <a:rect l="l" t="t" r="r" b="b"/>
            <a:pathLst>
              <a:path w="9651502" h="4868306">
                <a:moveTo>
                  <a:pt x="0" y="0"/>
                </a:moveTo>
                <a:lnTo>
                  <a:pt x="9651502" y="0"/>
                </a:lnTo>
                <a:lnTo>
                  <a:pt x="9651502" y="4868306"/>
                </a:lnTo>
                <a:lnTo>
                  <a:pt x="0" y="48683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>
            <a:off x="10680202" y="6736493"/>
            <a:ext cx="1100933" cy="1100933"/>
          </a:xfrm>
          <a:custGeom>
            <a:avLst/>
            <a:gdLst/>
            <a:ahLst/>
            <a:cxnLst/>
            <a:rect l="l" t="t" r="r" b="b"/>
            <a:pathLst>
              <a:path w="1100933" h="1100933">
                <a:moveTo>
                  <a:pt x="0" y="0"/>
                </a:moveTo>
                <a:lnTo>
                  <a:pt x="1100933" y="0"/>
                </a:lnTo>
                <a:lnTo>
                  <a:pt x="1100933" y="1100933"/>
                </a:lnTo>
                <a:lnTo>
                  <a:pt x="0" y="11009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Freeform 9"/>
          <p:cNvSpPr/>
          <p:nvPr/>
        </p:nvSpPr>
        <p:spPr>
          <a:xfrm rot="1408868">
            <a:off x="174983" y="1710838"/>
            <a:ext cx="1052823" cy="1358481"/>
          </a:xfrm>
          <a:custGeom>
            <a:avLst/>
            <a:gdLst/>
            <a:ahLst/>
            <a:cxnLst/>
            <a:rect l="l" t="t" r="r" b="b"/>
            <a:pathLst>
              <a:path w="1052823" h="1358481">
                <a:moveTo>
                  <a:pt x="0" y="0"/>
                </a:moveTo>
                <a:lnTo>
                  <a:pt x="1052823" y="0"/>
                </a:lnTo>
                <a:lnTo>
                  <a:pt x="1052823" y="1358481"/>
                </a:lnTo>
                <a:lnTo>
                  <a:pt x="0" y="13584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grpSp>
        <p:nvGrpSpPr>
          <p:cNvPr id="10" name="Group 10"/>
          <p:cNvGrpSpPr/>
          <p:nvPr/>
        </p:nvGrpSpPr>
        <p:grpSpPr>
          <a:xfrm>
            <a:off x="12709440" y="4201156"/>
            <a:ext cx="4715521" cy="4826358"/>
            <a:chOff x="0" y="0"/>
            <a:chExt cx="6287361" cy="6435144"/>
          </a:xfrm>
        </p:grpSpPr>
        <p:grpSp>
          <p:nvGrpSpPr>
            <p:cNvPr id="11" name="Group 11"/>
            <p:cNvGrpSpPr/>
            <p:nvPr/>
          </p:nvGrpSpPr>
          <p:grpSpPr>
            <a:xfrm rot="5400000">
              <a:off x="-261" y="604026"/>
              <a:ext cx="1033803" cy="904577"/>
              <a:chOff x="0" y="0"/>
              <a:chExt cx="812800" cy="7112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9D81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7000" y="234950"/>
                <a:ext cx="558800" cy="425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9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0"/>
              <a:ext cx="80439" cy="6435144"/>
              <a:chOff x="0" y="0"/>
              <a:chExt cx="12543" cy="100345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2543" cy="100345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003457">
                    <a:moveTo>
                      <a:pt x="6272" y="0"/>
                    </a:moveTo>
                    <a:lnTo>
                      <a:pt x="6272" y="0"/>
                    </a:lnTo>
                    <a:cubicBezTo>
                      <a:pt x="7935" y="0"/>
                      <a:pt x="9530" y="661"/>
                      <a:pt x="10706" y="1837"/>
                    </a:cubicBezTo>
                    <a:cubicBezTo>
                      <a:pt x="11882" y="3013"/>
                      <a:pt x="12543" y="4608"/>
                      <a:pt x="12543" y="6272"/>
                    </a:cubicBezTo>
                    <a:lnTo>
                      <a:pt x="12543" y="997185"/>
                    </a:lnTo>
                    <a:cubicBezTo>
                      <a:pt x="12543" y="998849"/>
                      <a:pt x="11882" y="1000444"/>
                      <a:pt x="10706" y="1001620"/>
                    </a:cubicBezTo>
                    <a:cubicBezTo>
                      <a:pt x="9530" y="1002796"/>
                      <a:pt x="7935" y="1003457"/>
                      <a:pt x="6272" y="1003457"/>
                    </a:cubicBezTo>
                    <a:lnTo>
                      <a:pt x="6272" y="1003457"/>
                    </a:lnTo>
                    <a:cubicBezTo>
                      <a:pt x="4608" y="1003457"/>
                      <a:pt x="3013" y="1002796"/>
                      <a:pt x="1837" y="1001620"/>
                    </a:cubicBezTo>
                    <a:cubicBezTo>
                      <a:pt x="661" y="1000444"/>
                      <a:pt x="0" y="998849"/>
                      <a:pt x="0" y="997185"/>
                    </a:cubicBezTo>
                    <a:lnTo>
                      <a:pt x="0" y="6272"/>
                    </a:lnTo>
                    <a:cubicBezTo>
                      <a:pt x="0" y="4608"/>
                      <a:pt x="661" y="3013"/>
                      <a:pt x="1837" y="1837"/>
                    </a:cubicBezTo>
                    <a:cubicBezTo>
                      <a:pt x="3013" y="661"/>
                      <a:pt x="4608" y="0"/>
                      <a:pt x="6272" y="0"/>
                    </a:cubicBezTo>
                    <a:close/>
                  </a:path>
                </a:pathLst>
              </a:custGeom>
              <a:solidFill>
                <a:srgbClr val="A9E0C2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0"/>
                <a:ext cx="12543" cy="10987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9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968929" y="202240"/>
              <a:ext cx="4592963" cy="1565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3000" b="1">
                  <a:solidFill>
                    <a:srgbClr val="969D9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Saksham Sharma Sedhai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 rot="5400000">
              <a:off x="15827" y="2085907"/>
              <a:ext cx="1033803" cy="904577"/>
              <a:chOff x="0" y="0"/>
              <a:chExt cx="812800" cy="711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9D81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7000" y="234950"/>
                <a:ext cx="558800" cy="425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9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108629" y="2090520"/>
              <a:ext cx="3428668" cy="752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3000">
                  <a:solidFill>
                    <a:srgbClr val="969D9D"/>
                  </a:solidFill>
                  <a:latin typeface="Poppins"/>
                  <a:ea typeface="Poppins"/>
                  <a:cs typeface="Poppins"/>
                  <a:sym typeface="Poppins"/>
                </a:rPr>
                <a:t>Developer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 rot="5400000">
              <a:off x="15827" y="3570169"/>
              <a:ext cx="1033803" cy="904577"/>
              <a:chOff x="0" y="0"/>
              <a:chExt cx="812800" cy="7112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9D81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7000" y="234950"/>
                <a:ext cx="558800" cy="425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9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112017" y="3574783"/>
              <a:ext cx="4848120" cy="752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3000">
                  <a:solidFill>
                    <a:srgbClr val="969D9D"/>
                  </a:solidFill>
                  <a:latin typeface="Poppins"/>
                  <a:ea typeface="Poppins"/>
                  <a:cs typeface="Poppins"/>
                  <a:sym typeface="Poppins"/>
                </a:rPr>
                <a:t>Doc Writer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 rot="5400000">
              <a:off x="15827" y="5054432"/>
              <a:ext cx="1033803" cy="904577"/>
              <a:chOff x="0" y="0"/>
              <a:chExt cx="812800" cy="7112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9D81"/>
              </a:solidFill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27000" y="234950"/>
                <a:ext cx="558800" cy="425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9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985017" y="5059046"/>
              <a:ext cx="5302345" cy="752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3000">
                  <a:solidFill>
                    <a:srgbClr val="969D9D"/>
                  </a:solidFill>
                  <a:latin typeface="Poppins"/>
                  <a:ea typeface="Poppins"/>
                  <a:cs typeface="Poppins"/>
                  <a:sym typeface="Poppins"/>
                </a:rPr>
                <a:t>Team Member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781249" y="509587"/>
            <a:ext cx="67255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Git Collaboration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9074" y="-8478343"/>
            <a:ext cx="19206147" cy="9507043"/>
          </a:xfrm>
          <a:custGeom>
            <a:avLst/>
            <a:gdLst/>
            <a:ahLst/>
            <a:cxnLst/>
            <a:rect l="l" t="t" r="r" b="b"/>
            <a:pathLst>
              <a:path w="19206147" h="9507043">
                <a:moveTo>
                  <a:pt x="0" y="0"/>
                </a:moveTo>
                <a:lnTo>
                  <a:pt x="19206148" y="0"/>
                </a:lnTo>
                <a:lnTo>
                  <a:pt x="19206148" y="9507043"/>
                </a:lnTo>
                <a:lnTo>
                  <a:pt x="0" y="9507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12227089" y="318447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>
            <a:off x="11631891" y="4706458"/>
            <a:ext cx="5432789" cy="2814222"/>
          </a:xfrm>
          <a:custGeom>
            <a:avLst/>
            <a:gdLst/>
            <a:ahLst/>
            <a:cxnLst/>
            <a:rect l="l" t="t" r="r" b="b"/>
            <a:pathLst>
              <a:path w="5432789" h="2814222">
                <a:moveTo>
                  <a:pt x="0" y="2814222"/>
                </a:moveTo>
                <a:lnTo>
                  <a:pt x="1750295" y="2814222"/>
                </a:lnTo>
                <a:cubicBezTo>
                  <a:pt x="1887068" y="2814222"/>
                  <a:pt x="1997945" y="2703346"/>
                  <a:pt x="1997945" y="2566572"/>
                </a:cubicBezTo>
                <a:lnTo>
                  <a:pt x="1997945" y="1783352"/>
                </a:lnTo>
                <a:cubicBezTo>
                  <a:pt x="1997945" y="1646579"/>
                  <a:pt x="2108822" y="1535702"/>
                  <a:pt x="2245595" y="1535702"/>
                </a:cubicBezTo>
                <a:lnTo>
                  <a:pt x="3346621" y="1535702"/>
                </a:lnTo>
                <a:cubicBezTo>
                  <a:pt x="3483394" y="1535702"/>
                  <a:pt x="3594271" y="1424826"/>
                  <a:pt x="3594271" y="1288052"/>
                </a:cubicBezTo>
                <a:lnTo>
                  <a:pt x="3594271" y="247650"/>
                </a:lnTo>
                <a:cubicBezTo>
                  <a:pt x="3594271" y="110877"/>
                  <a:pt x="3705148" y="0"/>
                  <a:pt x="3841921" y="0"/>
                </a:cubicBezTo>
                <a:lnTo>
                  <a:pt x="5432788" y="0"/>
                </a:lnTo>
              </a:path>
            </a:pathLst>
          </a:custGeom>
          <a:ln w="304800" cap="flat">
            <a:solidFill>
              <a:srgbClr val="009D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 rot="-3685701">
            <a:off x="16407546" y="8027448"/>
            <a:ext cx="3158483" cy="2621541"/>
          </a:xfrm>
          <a:custGeom>
            <a:avLst/>
            <a:gdLst/>
            <a:ahLst/>
            <a:cxnLst/>
            <a:rect l="l" t="t" r="r" b="b"/>
            <a:pathLst>
              <a:path w="3158483" h="2621541">
                <a:moveTo>
                  <a:pt x="0" y="0"/>
                </a:moveTo>
                <a:lnTo>
                  <a:pt x="3158483" y="0"/>
                </a:lnTo>
                <a:lnTo>
                  <a:pt x="3158483" y="2621541"/>
                </a:lnTo>
                <a:lnTo>
                  <a:pt x="0" y="2621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 rot="-3685701">
            <a:off x="-1009754" y="9182318"/>
            <a:ext cx="3158483" cy="2621541"/>
          </a:xfrm>
          <a:custGeom>
            <a:avLst/>
            <a:gdLst/>
            <a:ahLst/>
            <a:cxnLst/>
            <a:rect l="l" t="t" r="r" b="b"/>
            <a:pathLst>
              <a:path w="3158483" h="2621541">
                <a:moveTo>
                  <a:pt x="0" y="0"/>
                </a:moveTo>
                <a:lnTo>
                  <a:pt x="3158483" y="0"/>
                </a:lnTo>
                <a:lnTo>
                  <a:pt x="3158483" y="2621541"/>
                </a:lnTo>
                <a:lnTo>
                  <a:pt x="0" y="2621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2316010" y="2509125"/>
          <a:ext cx="8470217" cy="7189535"/>
        </p:xfrm>
        <a:graphic>
          <a:graphicData uri="http://schemas.openxmlformats.org/drawingml/2006/table">
            <a:tbl>
              <a:tblPr/>
              <a:tblGrid>
                <a:gridCol w="5133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6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9519">
                <a:tc>
                  <a:txBody>
                    <a:bodyPr/>
                    <a:lstStyle/>
                    <a:p>
                      <a:pPr algn="ctr">
                        <a:lnSpc>
                          <a:spcPts val="3855"/>
                        </a:lnSpc>
                        <a:defRPr/>
                      </a:pPr>
                      <a:r>
                        <a:rPr lang="en-US" sz="2753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Milestones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55"/>
                        </a:lnSpc>
                        <a:defRPr/>
                      </a:pPr>
                      <a:r>
                        <a:rPr lang="en-US" sz="2753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Status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02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UC 1 - Development and Testing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Completed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502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UC 2 - Development and Testing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Completed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502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UC 3 - Development and Testing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Completed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502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Iteration 1 - Deliverables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Completed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502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UC 4 - Development and Testing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 Progress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502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UC 5 - Development and Testing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 Progress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2502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UC 6 - Development and Testing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 Progress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2502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Iteration 2 - Deliverables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  <a:defRPr/>
                      </a:pPr>
                      <a:r>
                        <a:rPr lang="en-US" sz="1835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 Progress</a:t>
                      </a:r>
                      <a:endParaRPr lang="en-US" sz="1100"/>
                    </a:p>
                  </a:txBody>
                  <a:tcPr marL="142914" marR="142914" marT="142914" marB="142914" anchor="ctr">
                    <a:lnL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>
            <a:off x="16563273" y="4358445"/>
            <a:ext cx="696027" cy="69602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E0C2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6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5953451" y="3368076"/>
            <a:ext cx="1037246" cy="1338382"/>
          </a:xfrm>
          <a:custGeom>
            <a:avLst/>
            <a:gdLst/>
            <a:ahLst/>
            <a:cxnLst/>
            <a:rect l="l" t="t" r="r" b="b"/>
            <a:pathLst>
              <a:path w="1037246" h="1338382">
                <a:moveTo>
                  <a:pt x="1037246" y="0"/>
                </a:moveTo>
                <a:lnTo>
                  <a:pt x="0" y="0"/>
                </a:lnTo>
                <a:lnTo>
                  <a:pt x="0" y="1338382"/>
                </a:lnTo>
                <a:lnTo>
                  <a:pt x="1037246" y="1338382"/>
                </a:lnTo>
                <a:lnTo>
                  <a:pt x="1037246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grpSp>
        <p:nvGrpSpPr>
          <p:cNvPr id="12" name="Group 12"/>
          <p:cNvGrpSpPr/>
          <p:nvPr/>
        </p:nvGrpSpPr>
        <p:grpSpPr>
          <a:xfrm>
            <a:off x="11506561" y="7172667"/>
            <a:ext cx="696027" cy="69602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E0C2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6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81249" y="509587"/>
            <a:ext cx="67255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Project Progress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103722" y="7086791"/>
            <a:ext cx="696027" cy="69602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E0C2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6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451735" y="5945997"/>
            <a:ext cx="696027" cy="696027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E0C2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6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772821" y="5796462"/>
            <a:ext cx="696027" cy="69602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E0C2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6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026240" y="4464653"/>
            <a:ext cx="696027" cy="69602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E0C2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6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9074" y="-8478343"/>
            <a:ext cx="19206147" cy="9507043"/>
          </a:xfrm>
          <a:custGeom>
            <a:avLst/>
            <a:gdLst/>
            <a:ahLst/>
            <a:cxnLst/>
            <a:rect l="l" t="t" r="r" b="b"/>
            <a:pathLst>
              <a:path w="19206147" h="9507043">
                <a:moveTo>
                  <a:pt x="0" y="0"/>
                </a:moveTo>
                <a:lnTo>
                  <a:pt x="19206148" y="0"/>
                </a:lnTo>
                <a:lnTo>
                  <a:pt x="19206148" y="9507043"/>
                </a:lnTo>
                <a:lnTo>
                  <a:pt x="0" y="9507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6609278" y="241997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-3685701">
            <a:off x="16407546" y="8027448"/>
            <a:ext cx="3158483" cy="2621541"/>
          </a:xfrm>
          <a:custGeom>
            <a:avLst/>
            <a:gdLst/>
            <a:ahLst/>
            <a:cxnLst/>
            <a:rect l="l" t="t" r="r" b="b"/>
            <a:pathLst>
              <a:path w="3158483" h="2621541">
                <a:moveTo>
                  <a:pt x="0" y="0"/>
                </a:moveTo>
                <a:lnTo>
                  <a:pt x="3158483" y="0"/>
                </a:lnTo>
                <a:lnTo>
                  <a:pt x="3158483" y="2621541"/>
                </a:lnTo>
                <a:lnTo>
                  <a:pt x="0" y="2621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-296857" y="9258300"/>
            <a:ext cx="1178647" cy="1269068"/>
          </a:xfrm>
          <a:custGeom>
            <a:avLst/>
            <a:gdLst/>
            <a:ahLst/>
            <a:cxnLst/>
            <a:rect l="l" t="t" r="r" b="b"/>
            <a:pathLst>
              <a:path w="1178647" h="1269068">
                <a:moveTo>
                  <a:pt x="0" y="0"/>
                </a:moveTo>
                <a:lnTo>
                  <a:pt x="1178647" y="0"/>
                </a:lnTo>
                <a:lnTo>
                  <a:pt x="1178647" y="1269068"/>
                </a:lnTo>
                <a:lnTo>
                  <a:pt x="0" y="1269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>
            <a:off x="473308" y="3561983"/>
            <a:ext cx="17274723" cy="5776236"/>
          </a:xfrm>
          <a:custGeom>
            <a:avLst/>
            <a:gdLst/>
            <a:ahLst/>
            <a:cxnLst/>
            <a:rect l="l" t="t" r="r" b="b"/>
            <a:pathLst>
              <a:path w="17274723" h="5776236">
                <a:moveTo>
                  <a:pt x="0" y="0"/>
                </a:moveTo>
                <a:lnTo>
                  <a:pt x="17274723" y="0"/>
                </a:lnTo>
                <a:lnTo>
                  <a:pt x="17274723" y="5776236"/>
                </a:lnTo>
                <a:lnTo>
                  <a:pt x="0" y="5776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>
            <a:off x="342423" y="1238793"/>
            <a:ext cx="1372554" cy="1283338"/>
          </a:xfrm>
          <a:custGeom>
            <a:avLst/>
            <a:gdLst/>
            <a:ahLst/>
            <a:cxnLst/>
            <a:rect l="l" t="t" r="r" b="b"/>
            <a:pathLst>
              <a:path w="1372554" h="1283338">
                <a:moveTo>
                  <a:pt x="0" y="0"/>
                </a:moveTo>
                <a:lnTo>
                  <a:pt x="1372554" y="0"/>
                </a:lnTo>
                <a:lnTo>
                  <a:pt x="1372554" y="1283338"/>
                </a:lnTo>
                <a:lnTo>
                  <a:pt x="0" y="12833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>
            <a:off x="17259300" y="1238793"/>
            <a:ext cx="1910217" cy="1451765"/>
          </a:xfrm>
          <a:custGeom>
            <a:avLst/>
            <a:gdLst/>
            <a:ahLst/>
            <a:cxnLst/>
            <a:rect l="l" t="t" r="r" b="b"/>
            <a:pathLst>
              <a:path w="1910217" h="1451765">
                <a:moveTo>
                  <a:pt x="0" y="0"/>
                </a:moveTo>
                <a:lnTo>
                  <a:pt x="1910217" y="0"/>
                </a:lnTo>
                <a:lnTo>
                  <a:pt x="1910217" y="1451765"/>
                </a:lnTo>
                <a:lnTo>
                  <a:pt x="0" y="14517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TextBox 9"/>
          <p:cNvSpPr txBox="1"/>
          <p:nvPr/>
        </p:nvSpPr>
        <p:spPr>
          <a:xfrm>
            <a:off x="5781249" y="509587"/>
            <a:ext cx="672550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Gantt Chart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4050" y="9258300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100" y="0"/>
                </a:lnTo>
                <a:lnTo>
                  <a:pt x="19876100" y="9838669"/>
                </a:lnTo>
                <a:lnTo>
                  <a:pt x="0" y="9838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11169928" y="144936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10039512">
            <a:off x="16115063" y="-726977"/>
            <a:ext cx="2619797" cy="2174432"/>
          </a:xfrm>
          <a:custGeom>
            <a:avLst/>
            <a:gdLst/>
            <a:ahLst/>
            <a:cxnLst/>
            <a:rect l="l" t="t" r="r" b="b"/>
            <a:pathLst>
              <a:path w="2619797" h="2174432">
                <a:moveTo>
                  <a:pt x="0" y="0"/>
                </a:moveTo>
                <a:lnTo>
                  <a:pt x="2619797" y="0"/>
                </a:lnTo>
                <a:lnTo>
                  <a:pt x="2619797" y="2174432"/>
                </a:lnTo>
                <a:lnTo>
                  <a:pt x="0" y="2174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-541489" y="-714509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6"/>
                </a:lnTo>
                <a:lnTo>
                  <a:pt x="0" y="21494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>
            <a:off x="11350000" y="2219536"/>
            <a:ext cx="5428036" cy="6130225"/>
          </a:xfrm>
          <a:custGeom>
            <a:avLst/>
            <a:gdLst/>
            <a:ahLst/>
            <a:cxnLst/>
            <a:rect l="l" t="t" r="r" b="b"/>
            <a:pathLst>
              <a:path w="5428036" h="6130225">
                <a:moveTo>
                  <a:pt x="0" y="0"/>
                </a:moveTo>
                <a:lnTo>
                  <a:pt x="5428036" y="0"/>
                </a:lnTo>
                <a:lnTo>
                  <a:pt x="5428036" y="6130225"/>
                </a:lnTo>
                <a:lnTo>
                  <a:pt x="0" y="61302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TextBox 7"/>
          <p:cNvSpPr txBox="1"/>
          <p:nvPr/>
        </p:nvSpPr>
        <p:spPr>
          <a:xfrm>
            <a:off x="7118072" y="509587"/>
            <a:ext cx="405185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341370"/>
            <a:ext cx="9476328" cy="3480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Iteration 1 successfully delivered SavePlate's core registration, inventory, and donation-browsing features, validated through structured testing and a disciplined Git workflow, while staying on schedule. Iteration 2 will extend this foundation with analytics, notifications, and meal planning.</a:t>
            </a:r>
          </a:p>
        </p:txBody>
      </p:sp>
      <p:sp>
        <p:nvSpPr>
          <p:cNvPr id="9" name="Freeform 9"/>
          <p:cNvSpPr/>
          <p:nvPr/>
        </p:nvSpPr>
        <p:spPr>
          <a:xfrm>
            <a:off x="11947342" y="2470994"/>
            <a:ext cx="5311958" cy="4641323"/>
          </a:xfrm>
          <a:custGeom>
            <a:avLst/>
            <a:gdLst/>
            <a:ahLst/>
            <a:cxnLst/>
            <a:rect l="l" t="t" r="r" b="b"/>
            <a:pathLst>
              <a:path w="5311958" h="4641323">
                <a:moveTo>
                  <a:pt x="0" y="0"/>
                </a:moveTo>
                <a:lnTo>
                  <a:pt x="5311958" y="0"/>
                </a:lnTo>
                <a:lnTo>
                  <a:pt x="5311958" y="4641324"/>
                </a:lnTo>
                <a:lnTo>
                  <a:pt x="0" y="46413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4050" y="9258300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100" y="0"/>
                </a:lnTo>
                <a:lnTo>
                  <a:pt x="19876100" y="9838669"/>
                </a:lnTo>
                <a:lnTo>
                  <a:pt x="0" y="9838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11169928" y="144936"/>
            <a:ext cx="559324" cy="710253"/>
          </a:xfrm>
          <a:custGeom>
            <a:avLst/>
            <a:gdLst/>
            <a:ahLst/>
            <a:cxnLst/>
            <a:rect l="l" t="t" r="r" b="b"/>
            <a:pathLst>
              <a:path w="559324" h="710253">
                <a:moveTo>
                  <a:pt x="0" y="0"/>
                </a:moveTo>
                <a:lnTo>
                  <a:pt x="559324" y="0"/>
                </a:lnTo>
                <a:lnTo>
                  <a:pt x="559324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rot="10039512">
            <a:off x="16115063" y="-726977"/>
            <a:ext cx="2619797" cy="2174432"/>
          </a:xfrm>
          <a:custGeom>
            <a:avLst/>
            <a:gdLst/>
            <a:ahLst/>
            <a:cxnLst/>
            <a:rect l="l" t="t" r="r" b="b"/>
            <a:pathLst>
              <a:path w="2619797" h="2174432">
                <a:moveTo>
                  <a:pt x="0" y="0"/>
                </a:moveTo>
                <a:lnTo>
                  <a:pt x="2619797" y="0"/>
                </a:lnTo>
                <a:lnTo>
                  <a:pt x="2619797" y="2174432"/>
                </a:lnTo>
                <a:lnTo>
                  <a:pt x="0" y="2174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-541489" y="-714509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6"/>
                </a:lnTo>
                <a:lnTo>
                  <a:pt x="0" y="21494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>
            <a:off x="11350000" y="2219536"/>
            <a:ext cx="5428036" cy="6130225"/>
          </a:xfrm>
          <a:custGeom>
            <a:avLst/>
            <a:gdLst/>
            <a:ahLst/>
            <a:cxnLst/>
            <a:rect l="l" t="t" r="r" b="b"/>
            <a:pathLst>
              <a:path w="5428036" h="6130225">
                <a:moveTo>
                  <a:pt x="0" y="0"/>
                </a:moveTo>
                <a:lnTo>
                  <a:pt x="5428036" y="0"/>
                </a:lnTo>
                <a:lnTo>
                  <a:pt x="5428036" y="6130225"/>
                </a:lnTo>
                <a:lnTo>
                  <a:pt x="0" y="61302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TextBox 7"/>
          <p:cNvSpPr txBox="1"/>
          <p:nvPr/>
        </p:nvSpPr>
        <p:spPr>
          <a:xfrm>
            <a:off x="7118072" y="509587"/>
            <a:ext cx="405185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dirty="0">
                <a:solidFill>
                  <a:srgbClr val="009D81"/>
                </a:solidFill>
                <a:latin typeface="Anton"/>
                <a:ea typeface="Anton"/>
                <a:cs typeface="Anton"/>
                <a:sym typeface="Anton"/>
              </a:rPr>
              <a:t>Links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1529" y="3041119"/>
            <a:ext cx="9476328" cy="1140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https://www.youtube.com/watch?v=X830Vtpmzl4</a:t>
            </a:r>
          </a:p>
        </p:txBody>
      </p:sp>
      <p:sp>
        <p:nvSpPr>
          <p:cNvPr id="9" name="Freeform 9"/>
          <p:cNvSpPr/>
          <p:nvPr/>
        </p:nvSpPr>
        <p:spPr>
          <a:xfrm>
            <a:off x="11947342" y="2470994"/>
            <a:ext cx="5311958" cy="4641323"/>
          </a:xfrm>
          <a:custGeom>
            <a:avLst/>
            <a:gdLst/>
            <a:ahLst/>
            <a:cxnLst/>
            <a:rect l="l" t="t" r="r" b="b"/>
            <a:pathLst>
              <a:path w="5311958" h="4641323">
                <a:moveTo>
                  <a:pt x="0" y="0"/>
                </a:moveTo>
                <a:lnTo>
                  <a:pt x="5311958" y="0"/>
                </a:lnTo>
                <a:lnTo>
                  <a:pt x="5311958" y="4641324"/>
                </a:lnTo>
                <a:lnTo>
                  <a:pt x="0" y="46413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95B951AF-A8FE-1555-0AEF-8FBB1F36BAFF}"/>
              </a:ext>
            </a:extLst>
          </p:cNvPr>
          <p:cNvSpPr txBox="1"/>
          <p:nvPr/>
        </p:nvSpPr>
        <p:spPr>
          <a:xfrm>
            <a:off x="838200" y="4343282"/>
            <a:ext cx="11109142" cy="550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https://github.com/Kabir-Rajbhandari/ZeroWaste</a:t>
            </a:r>
          </a:p>
        </p:txBody>
      </p:sp>
    </p:spTree>
    <p:extLst>
      <p:ext uri="{BB962C8B-B14F-4D97-AF65-F5344CB8AC3E}">
        <p14:creationId xmlns:p14="http://schemas.microsoft.com/office/powerpoint/2010/main" val="1191024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50588" y="9759996"/>
            <a:ext cx="307586" cy="307586"/>
          </a:xfrm>
          <a:custGeom>
            <a:avLst/>
            <a:gdLst/>
            <a:ahLst/>
            <a:cxnLst/>
            <a:rect l="l" t="t" r="r" b="b"/>
            <a:pathLst>
              <a:path w="307586" h="307586">
                <a:moveTo>
                  <a:pt x="0" y="0"/>
                </a:moveTo>
                <a:lnTo>
                  <a:pt x="307586" y="0"/>
                </a:lnTo>
                <a:lnTo>
                  <a:pt x="307586" y="307586"/>
                </a:lnTo>
                <a:lnTo>
                  <a:pt x="0" y="307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2513788" y="1876614"/>
            <a:ext cx="13260423" cy="6533772"/>
          </a:xfrm>
          <a:custGeom>
            <a:avLst/>
            <a:gdLst/>
            <a:ahLst/>
            <a:cxnLst/>
            <a:rect l="l" t="t" r="r" b="b"/>
            <a:pathLst>
              <a:path w="13260423" h="6533772">
                <a:moveTo>
                  <a:pt x="0" y="0"/>
                </a:moveTo>
                <a:lnTo>
                  <a:pt x="13260424" y="0"/>
                </a:lnTo>
                <a:lnTo>
                  <a:pt x="13260424" y="6533772"/>
                </a:lnTo>
                <a:lnTo>
                  <a:pt x="0" y="6533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TextBox 4"/>
          <p:cNvSpPr txBox="1"/>
          <p:nvPr/>
        </p:nvSpPr>
        <p:spPr>
          <a:xfrm>
            <a:off x="6708356" y="9779046"/>
            <a:ext cx="4871287" cy="220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7"/>
              </a:lnSpc>
            </a:pPr>
            <a:r>
              <a:rPr lang="en-US" sz="16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74973" y="9813283"/>
            <a:ext cx="1196029" cy="220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6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015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96839" y="4806189"/>
            <a:ext cx="11094322" cy="186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28"/>
              </a:lnSpc>
            </a:pPr>
            <a:r>
              <a:rPr lang="en-US" sz="12998" b="1">
                <a:solidFill>
                  <a:srgbClr val="007B8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40065" y="2139292"/>
            <a:ext cx="1455423" cy="297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78" b="1" dirty="0" err="1">
                <a:solidFill>
                  <a:srgbClr val="232323"/>
                </a:solidFill>
                <a:latin typeface="Poppins Bold"/>
                <a:ea typeface="Poppins Bold"/>
                <a:cs typeface="Poppins Bold"/>
                <a:sym typeface="Poppins Bold"/>
              </a:rPr>
              <a:t>zerowaste</a:t>
            </a:r>
            <a:endParaRPr lang="en-US" sz="2078" b="1" dirty="0">
              <a:solidFill>
                <a:srgbClr val="23232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-1123768" y="-8824151"/>
            <a:ext cx="19876099" cy="9838669"/>
          </a:xfrm>
          <a:custGeom>
            <a:avLst/>
            <a:gdLst/>
            <a:ahLst/>
            <a:cxnLst/>
            <a:rect l="l" t="t" r="r" b="b"/>
            <a:pathLst>
              <a:path w="19876099" h="9838669">
                <a:moveTo>
                  <a:pt x="0" y="0"/>
                </a:moveTo>
                <a:lnTo>
                  <a:pt x="19876100" y="0"/>
                </a:lnTo>
                <a:lnTo>
                  <a:pt x="19876100" y="9838669"/>
                </a:lnTo>
                <a:lnTo>
                  <a:pt x="0" y="98386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Freeform 9"/>
          <p:cNvSpPr/>
          <p:nvPr/>
        </p:nvSpPr>
        <p:spPr>
          <a:xfrm>
            <a:off x="-281199" y="8823318"/>
            <a:ext cx="2619797" cy="2174432"/>
          </a:xfrm>
          <a:custGeom>
            <a:avLst/>
            <a:gdLst/>
            <a:ahLst/>
            <a:cxnLst/>
            <a:rect l="l" t="t" r="r" b="b"/>
            <a:pathLst>
              <a:path w="2619797" h="2174432">
                <a:moveTo>
                  <a:pt x="0" y="0"/>
                </a:moveTo>
                <a:lnTo>
                  <a:pt x="2619798" y="0"/>
                </a:lnTo>
                <a:lnTo>
                  <a:pt x="2619798" y="2174432"/>
                </a:lnTo>
                <a:lnTo>
                  <a:pt x="0" y="21744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684</Words>
  <Application>Microsoft Office PowerPoint</Application>
  <PresentationFormat>Custom</PresentationFormat>
  <Paragraphs>152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Poppins Bold</vt:lpstr>
      <vt:lpstr>Arial</vt:lpstr>
      <vt:lpstr>Calibri</vt:lpstr>
      <vt:lpstr>Poppins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ZeroWaste</dc:title>
  <cp:lastModifiedBy>Saksham Sharma</cp:lastModifiedBy>
  <cp:revision>13</cp:revision>
  <dcterms:created xsi:type="dcterms:W3CDTF">2006-08-16T00:00:00Z</dcterms:created>
  <dcterms:modified xsi:type="dcterms:W3CDTF">2026-07-24T02:49:05Z</dcterms:modified>
  <dc:identifier>DAHPOysOleE</dc:identifier>
</cp:coreProperties>
</file>